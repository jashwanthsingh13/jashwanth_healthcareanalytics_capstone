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_80000000_163CE6E3.xml" ContentType="application/vnd.openxmlformats-officedocument.presentationml.slideMaster+xml"/>
  <Override PartName="/ppt/slides/slide_A01_240E0A68.xml" ContentType="application/vnd.openxmlformats-officedocument.presentationml.slide+xml"/>
  <Override PartName="/ppt/slides/slide_A02_AB6709DF.xml" ContentType="application/vnd.openxmlformats-officedocument.presentationml.slide+xml"/>
  <Override PartName="/ppt/slides/slide_A03_9664B231.xml" ContentType="application/vnd.openxmlformats-officedocument.presentationml.slide+xml"/>
  <Override PartName="/ppt/slides/slide_A04_3A4F700E.xml" ContentType="application/vnd.openxmlformats-officedocument.presentationml.slide+xml"/>
  <Override PartName="/ppt/slides/slide_A05_EA8BD08C.xml" ContentType="application/vnd.openxmlformats-officedocument.presentationml.slide+xml"/>
  <Override PartName="/ppt/slides/slide_A06_3F47D5DE.xml" ContentType="application/vnd.openxmlformats-officedocument.presentationml.slide+xml"/>
  <Override PartName="/ppt/slides/slide_A07_F6BE6245.xml" ContentType="application/vnd.openxmlformats-officedocument.presentationml.slide+xml"/>
  <Override PartName="/ppt/slides/slide_A08_29E999BF.xml" ContentType="application/vnd.openxmlformats-officedocument.presentationml.slide+xml"/>
  <Override PartName="/ppt/slides/slide_A09_C90A9A7.xml" ContentType="application/vnd.openxmlformats-officedocument.presentationml.slide+xml"/>
  <Override PartName="/ppt/slides/slide_A0A_5C4636F2.xml" ContentType="application/vnd.openxmlformats-officedocument.presentationml.slide+xml"/>
  <Override PartName="/ppt/slides/slide_A0B_492A9233.xml" ContentType="application/vnd.openxmlformats-officedocument.presentationml.slide+xml"/>
  <Override PartName="/ppt/slides/slide_A0C_2FF39475.xml" ContentType="application/vnd.openxmlformats-officedocument.presentationml.slide+xml"/>
  <Override PartName="/ppt/notesMasters/notesMaster_0_B17288EE.xml" ContentType="application/vnd.openxmlformats-officedocument.presentationml.notesMaster+xml"/>
  <Override PartName="/ppt/presProps.xml" ContentType="application/vnd.openxmlformats-officedocument.presentationml.presProps+xml"/>
  <Override PartName="/ppt/theme/theme_80000000_163CE6E3.xml" ContentType="application/vnd.openxmlformats-officedocument.theme+xml"/>
  <Override PartName="/ppt/tableStyles.xml" ContentType="application/vnd.openxmlformats-officedocument.presentationml.tableStyles+xml"/>
  <Override PartName="/ppt/slideLayouts/slideLayout_80000001_7C834367.xml" ContentType="application/vnd.openxmlformats-officedocument.presentationml.slideLayout+xml"/>
  <Override PartName="/ppt/slideLayouts/slideLayout_80000002_5988AAAB.xml" ContentType="application/vnd.openxmlformats-officedocument.presentationml.slideLayout+xml"/>
  <Override PartName="/ppt/slideLayouts/slideLayout_80000003_C92FF1E0.xml" ContentType="application/vnd.openxmlformats-officedocument.presentationml.slideLayout+xml"/>
  <Override PartName="/ppt/slideLayouts/slideLayout_80000004_CFD355C0.xml" ContentType="application/vnd.openxmlformats-officedocument.presentationml.slideLayout+xml"/>
  <Override PartName="/ppt/slideLayouts/slideLayout_80000005_ED1CC398.xml" ContentType="application/vnd.openxmlformats-officedocument.presentationml.slideLayout+xml"/>
  <Override PartName="/ppt/slideLayouts/slideLayout_80000006_3A557F7F.xml" ContentType="application/vnd.openxmlformats-officedocument.presentationml.slideLayout+xml"/>
  <Override PartName="/ppt/slideLayouts/slideLayout_80000007_9D29910E.xml" ContentType="application/vnd.openxmlformats-officedocument.presentationml.slideLayout+xml"/>
  <Override PartName="/ppt/slideLayouts/slideLayout_80000008_1EF99C88.xml" ContentType="application/vnd.openxmlformats-officedocument.presentationml.slideLayout+xml"/>
  <Override PartName="/ppt/slideLayouts/slideLayout_80000009_45BBB4BE.xml" ContentType="application/vnd.openxmlformats-officedocument.presentationml.slideLayout+xml"/>
  <Override PartName="/ppt/slideLayouts/slideLayout_8000000A_8194DAC0.xml" ContentType="application/vnd.openxmlformats-officedocument.presentationml.slideLayout+xml"/>
  <Override PartName="/ppt/slideLayouts/slideLayout_8000000B_F9E9733D.xml" ContentType="application/vnd.openxmlformats-officedocument.presentationml.slideLayout+xml"/>
  <Override PartName="/ppt/slideLayouts/slideLayout_80000018_37C68648.xml" ContentType="application/vnd.openxmlformats-officedocument.presentationml.slideLayout+xml"/>
  <Override PartName="/ppt/slideLayouts/slideLayout_80000019_8140E954.xml" ContentType="application/vnd.openxmlformats-officedocument.presentationml.slideLayout+xml"/>
  <Override PartName="/ppt/slideLayouts/slideLayout_8000001A_39F7B2DC.xml" ContentType="application/vnd.openxmlformats-officedocument.presentationml.slideLayout+xml"/>
  <Override PartName="/ppt/slideLayouts/slideLayout_8000001B_58A18273.xml" ContentType="application/vnd.openxmlformats-officedocument.presentationml.slideLayout+xml"/>
  <Override PartName="/ppt/slideLayouts/slideLayout_8000001C_3350DA09.xml" ContentType="application/vnd.openxmlformats-officedocument.presentationml.slideLayout+xml"/>
  <Override PartName="/ppt/slideLayouts/slideLayout_8000001D_A088A89F.xml" ContentType="application/vnd.openxmlformats-officedocument.presentationml.slideLayout+xml"/>
  <Override PartName="/ppt/slideLayouts/slideLayout_8000001E_9C8D1562.xml" ContentType="application/vnd.openxmlformats-officedocument.presentationml.slideLayout+xml"/>
  <Override PartName="/ppt/slideLayouts/slideLayout_8000001F_8B414734.xml" ContentType="application/vnd.openxmlformats-officedocument.presentationml.slideLayout+xml"/>
  <Override PartName="/ppt/slideLayouts/slideLayout_80000020_81F56E31.xml" ContentType="application/vnd.openxmlformats-officedocument.presentationml.slideLayout+xml"/>
  <Override PartName="/ppt/slideLayouts/slideLayout_80000021_66DF4C71.xml" ContentType="application/vnd.openxmlformats-officedocument.presentationml.slideLayout+xml"/>
  <Override PartName="/ppt/slideLayouts/slideLayout_80000022_FCBC4957.xml" ContentType="application/vnd.openxmlformats-officedocument.presentationml.slideLayout+xml"/>
  <Override PartName="/ppt/slideLayouts/slideLayout_80000023_2B3962A7.xml" ContentType="application/vnd.openxmlformats-officedocument.presentationml.slideLayout+xml"/>
  <Override PartName="/ppt/slideLayouts/slideLayout_80000024_E948D132.xml" ContentType="application/vnd.openxmlformats-officedocument.presentationml.slideLayout+xml"/>
  <Override PartName="/ppt/slideLayouts/slideLayout_80000025_787248DF.xml" ContentType="application/vnd.openxmlformats-officedocument.presentationml.slideLayout+xml"/>
  <Override PartName="/ppt/slideLayouts/slideLayout_80000026_C8D30738.xml" ContentType="application/vnd.openxmlformats-officedocument.presentationml.slideLayout+xml"/>
  <Override PartName="/ppt/slideLayouts/slideLayout_80000027_D70ED8C0.xml" ContentType="application/vnd.openxmlformats-officedocument.presentationml.slideLayout+xml"/>
  <Override PartName="/ppt/slideLayouts/slideLayout_80000028_ECB0168F.xml" ContentType="application/vnd.openxmlformats-officedocument.presentationml.slideLayout+xml"/>
  <Override PartName="/ppt/slideLayouts/slideLayout_80000029_73E606BC.xml" ContentType="application/vnd.openxmlformats-officedocument.presentationml.slideLayout+xml"/>
  <Override PartName="/ppt/slideLayouts/slideLayout_8000002A_E497A20C.xml" ContentType="application/vnd.openxmlformats-officedocument.presentationml.slideLayout+xml"/>
  <Override PartName="/ppt/slideLayouts/slideLayout_8000002B_8B0EBF01.xml" ContentType="application/vnd.openxmlformats-officedocument.presentationml.slideLayout+xml"/>
  <Override PartName="/ppt/slideLayouts/slideLayout_8000002C_6AB7D8A2.xml" ContentType="application/vnd.openxmlformats-officedocument.presentationml.slideLayout+xml"/>
  <Override PartName="/ppt/slideLayouts/slideLayout_8000002D_43C9AB76.xml" ContentType="application/vnd.openxmlformats-officedocument.presentationml.slideLayout+xml"/>
  <Override PartName="/ppt/slideLayouts/slideLayout_8000002E_797C61C6.xml" ContentType="application/vnd.openxmlformats-officedocument.presentationml.slideLayout+xml"/>
  <Override PartName="/ppt/slideLayouts/slideLayout_8000002F_42275862.xml" ContentType="application/vnd.openxmlformats-officedocument.presentationml.slideLayout+xml"/>
  <Override PartName="/ppt/slideLayouts/slideLayout_80000030_36ECC9D7.xml" ContentType="application/vnd.openxmlformats-officedocument.presentationml.slideLayout+xml"/>
  <Override PartName="/ppt/slideLayouts/slideLayout_80000031_971C514B.xml" ContentType="application/vnd.openxmlformats-officedocument.presentationml.slideLayout+xml"/>
  <Override PartName="/ppt/slideLayouts/slideLayout_80000032_948F729B.xml" ContentType="application/vnd.openxmlformats-officedocument.presentationml.slideLayout+xml"/>
  <Override PartName="/ppt/slideLayouts/slideLayout_80000033_CB28439.xml" ContentType="application/vnd.openxmlformats-officedocument.presentationml.slideLayout+xml"/>
  <Override PartName="/ppt/slideLayouts/slideLayout_80000034_AE7B407B.xml" ContentType="application/vnd.openxmlformats-officedocument.presentationml.slideLayout+xml"/>
  <Override PartName="/ppt/slideLayouts/slideLayout_80000035_46578F6C.xml" ContentType="application/vnd.openxmlformats-officedocument.presentationml.slideLayout+xml"/>
  <Override PartName="/ppt/slideLayouts/slideLayout_80000036_D2F64912.xml" ContentType="application/vnd.openxmlformats-officedocument.presentationml.slideLayout+xml"/>
  <Override PartName="/ppt/slideLayouts/slideLayout_80000037_B7856769.xml" ContentType="application/vnd.openxmlformats-officedocument.presentationml.slideLayout+xml"/>
  <Override PartName="/ppt/slideLayouts/slideLayout_80000038_D1A3AAB5.xml" ContentType="application/vnd.openxmlformats-officedocument.presentationml.slideLayout+xml"/>
  <Override PartName="/ppt/slideLayouts/slideLayout_80000039_4B29ADFA.xml" ContentType="application/vnd.openxmlformats-officedocument.presentationml.slideLayout+xml"/>
  <Override PartName="/ppt/slideLayouts/slideLayout_8000003A_1B512FA6.xml" ContentType="application/vnd.openxmlformats-officedocument.presentationml.slideLayout+xml"/>
  <Override PartName="/ppt/slideLayouts/slideLayout_8000003B_CA151E4F.xml" ContentType="application/vnd.openxmlformats-officedocument.presentationml.slideLayout+xml"/>
  <Override PartName="/ppt/slideLayouts/slideLayout_8000003C_FF75B9EB.xml" ContentType="application/vnd.openxmlformats-officedocument.presentationml.slideLayout+xml"/>
  <Override PartName="/ppt/slideLayouts/slideLayout_8000003D_4842F888.xml" ContentType="application/vnd.openxmlformats-officedocument.presentationml.slideLayout+xml"/>
  <Override PartName="/ppt/slideLayouts/slideLayout_8000003E_68FF55A3.xml" ContentType="application/vnd.openxmlformats-officedocument.presentationml.slideLayout+xml"/>
  <Override PartName="/ppt/theme/theme_0_B17288EE.xml" ContentType="application/vnd.openxmlformats-officedocument.theme+xml"/>
  <Override PartName="/ppt/notesSlides/notesSlide_A01_240E0A68.xml" ContentType="application/vnd.openxmlformats-officedocument.presentationml.notesSlide+xml"/>
  <Override PartName="/ppt/notesSlides/notesSlide_A02_AB6709DF.xml" ContentType="application/vnd.openxmlformats-officedocument.presentationml.notesSlide+xml"/>
  <Override PartName="/ppt/notesSlides/notesSlide_A03_9664B231.xml" ContentType="application/vnd.openxmlformats-officedocument.presentationml.notesSlide+xml"/>
  <Override PartName="/ppt/notesSlides/notesSlide_A04_3A4F700E.xml" ContentType="application/vnd.openxmlformats-officedocument.presentationml.notesSlide+xml"/>
  <Override PartName="/ppt/notesSlides/notesSlide_A05_EA8BD08C.xml" ContentType="application/vnd.openxmlformats-officedocument.presentationml.notesSlide+xml"/>
  <Override PartName="/ppt/notesSlides/notesSlide_A06_3F47D5DE.xml" ContentType="application/vnd.openxmlformats-officedocument.presentationml.notesSlide+xml"/>
  <Override PartName="/ppt/notesSlides/notesSlide_A07_F6BE6245.xml" ContentType="application/vnd.openxmlformats-officedocument.presentationml.notesSlide+xml"/>
  <Override PartName="/ppt/notesSlides/notesSlide_A08_29E999BF.xml" ContentType="application/vnd.openxmlformats-officedocument.presentationml.notesSlide+xml"/>
  <Override PartName="/ppt/notesSlides/notesSlide_A09_C90A9A7.xml" ContentType="application/vnd.openxmlformats-officedocument.presentationml.notesSlide+xml"/>
  <Override PartName="/ppt/notesSlides/notesSlide_A0A_5C4636F2.xml" ContentType="application/vnd.openxmlformats-officedocument.presentationml.notesSlide+xml"/>
  <Override PartName="/ppt/notesSlides/notesSlide_A0B_492A9233.xml" ContentType="application/vnd.openxmlformats-officedocument.presentationml.notesSlide+xml"/>
  <Override PartName="/ppt/notesSlides/notesSlide_A0C_2FF39475.xml" ContentType="application/vnd.openxmlformats-officedocument.presentationml.notesSlide+xml"/>
  <Override PartName="/docProps/core.xml" ContentType="application/vnd.openxmlformats-package.core-properties+xml"/>
</Types>
</file>

<file path=_rels/.rels><?xml version="1.0" encoding="UTF-8" standalone="yes"?>
<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1" r:id="rId2"/>
    <p:sldId id="2562" r:id="rId3"/>
    <p:sldId id="2563" r:id="rId4"/>
    <p:sldId id="2564" r:id="rId5"/>
    <p:sldId id="2565" r:id="rId6"/>
    <p:sldId id="2566" r:id="rId7"/>
    <p:sldId id="2567" r:id="rId8"/>
    <p:sldId id="2568" r:id="rId9"/>
    <p:sldId id="2569" r:id="rId10"/>
    <p:sldId id="2570" r:id="rId11"/>
    <p:sldId id="2571" r:id="rId12"/>
    <p:sldId id="2572"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Healthcare Analytics Platform" id="{2D871033-D9FD-4AF6-92E0-A7C2F4E9EEA3}">
          <p14:sldIdLst>
            <p14:sldId id="2561"/>
          </p14:sldIdLst>
        </p14:section>
        <p14:section name="Healthcare Analytics Platform Overview" id="{0C4F45AA-C3FD-47EF-98E6-F437F2BB2D49}">
          <p14:sldIdLst>
            <p14:sldId id="2562"/>
            <p14:sldId id="2563"/>
            <p14:sldId id="2564"/>
            <p14:sldId id="2565"/>
            <p14:sldId id="2566"/>
            <p14:sldId id="2567"/>
            <p14:sldId id="2568"/>
            <p14:sldId id="2569"/>
            <p14:sldId id="2570"/>
            <p14:sldId id="2571"/>
            <p14:sldId id="25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Id8" Type="http://schemas.openxmlformats.org/officeDocument/2006/relationships/slide" Target="slides/slide_A07_F6BE6245.xml"/><Relationship Id="rId13" Type="http://schemas.openxmlformats.org/officeDocument/2006/relationships/slide" Target="slides/slide_A0C_2FF39475.xml"/><Relationship Id="rId3" Type="http://schemas.openxmlformats.org/officeDocument/2006/relationships/slide" Target="slides/slide_A02_AB6709DF.xml"/><Relationship Id="rId7" Type="http://schemas.openxmlformats.org/officeDocument/2006/relationships/slide" Target="slides/slide_A06_3F47D5DE.xml"/><Relationship Id="rId12" Type="http://schemas.openxmlformats.org/officeDocument/2006/relationships/slide" Target="slides/slide_A0B_492A9233.xml"/><Relationship Id="rId17" Type="http://schemas.openxmlformats.org/officeDocument/2006/relationships/tableStyles" Target="tableStyles.xml"/><Relationship Id="rId2" Type="http://schemas.openxmlformats.org/officeDocument/2006/relationships/slide" Target="slides/slide_A01_240E0A68.xml"/><Relationship Id="rId16" Type="http://schemas.openxmlformats.org/officeDocument/2006/relationships/theme" Target="theme/theme_80000000_163CE6E3.xml"/><Relationship Id="rId1" Type="http://schemas.openxmlformats.org/officeDocument/2006/relationships/slideMaster" Target="slideMasters/slideMaster_80000000_163CE6E3.xml"/><Relationship Id="rId6" Type="http://schemas.openxmlformats.org/officeDocument/2006/relationships/slide" Target="slides/slide_A05_EA8BD08C.xml"/><Relationship Id="rId11" Type="http://schemas.openxmlformats.org/officeDocument/2006/relationships/slide" Target="slides/slide_A0A_5C4636F2.xml"/><Relationship Id="rId5" Type="http://schemas.openxmlformats.org/officeDocument/2006/relationships/slide" Target="slides/slide_A04_3A4F700E.xml"/><Relationship Id="rId15" Type="http://schemas.openxmlformats.org/officeDocument/2006/relationships/presProps" Target="presProps.xml"/><Relationship Id="rId10" Type="http://schemas.openxmlformats.org/officeDocument/2006/relationships/slide" Target="slides/slide_A09_C90A9A7.xml"/><Relationship Id="rId4" Type="http://schemas.openxmlformats.org/officeDocument/2006/relationships/slide" Target="slides/slide_A03_9664B231.xml"/><Relationship Id="rId9" Type="http://schemas.openxmlformats.org/officeDocument/2006/relationships/slide" Target="slides/slide_A08_29E999BF.xml"/><Relationship Id="rId14" Type="http://schemas.openxmlformats.org/officeDocument/2006/relationships/notesMaster" Target="notesMasters/notesMaster_0_B17288EE.xml"/></Relationships>
</file>

<file path=ppt/notesMasters/_rels/notesMaster_0_B17288EE.xml.rels><?xml version="1.0" encoding="UTF-8" standalone="yes"?>
<Relationships xmlns="http://schemas.openxmlformats.org/package/2006/relationships"><Relationship Id="rId1" Type="http://schemas.openxmlformats.org/officeDocument/2006/relationships/theme" Target="../theme/theme_0_B17288EE.xml"/></Relationships>
</file>

<file path=ppt/notesMasters/notesMaster_0_B17288EE.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106C314-0962-4753-AE9F-A07203B79067}" type="datetimeFigureOut">
              <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991E6BA-90C7-4984-ACC1-28E8FDF8E64F}" type="slidenum">
              <a:t/>
            </a:fld>
            <a:endParaRPr lang="en-US"/>
          </a:p>
        </p:txBody>
      </p:sp>
    </p:spTree>
    <p:extLst>
      <p:ext uri="{BB962C8B-B14F-4D97-AF65-F5344CB8AC3E}">
        <p14:creationId xmlns:p14="http://schemas.microsoft.com/office/powerpoint/2010/main" val="29770733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_A0A_5C4636F2.xml.rels><?xml version="1.0" encoding="UTF-8" standalone="yes"?>
<Relationships xmlns="http://schemas.openxmlformats.org/package/2006/relationships"><Relationship Id="rId2" Type="http://schemas.openxmlformats.org/officeDocument/2006/relationships/slide" Target="../slides/slide_A0A_5C4636F2.xml"/><Relationship Id="rId1" Type="http://schemas.openxmlformats.org/officeDocument/2006/relationships/notesMaster" Target="../notesMasters/notesMaster_0_B17288EE.xml"/></Relationships>
</file>

<file path=ppt/notesSlides/_rels/notesSlide_A0B_492A9233.xml.rels><?xml version="1.0" encoding="UTF-8" standalone="yes"?>
<Relationships xmlns="http://schemas.openxmlformats.org/package/2006/relationships"><Relationship Id="rId2" Type="http://schemas.openxmlformats.org/officeDocument/2006/relationships/slide" Target="../slides/slide_A0B_492A9233.xml"/><Relationship Id="rId1" Type="http://schemas.openxmlformats.org/officeDocument/2006/relationships/notesMaster" Target="../notesMasters/notesMaster_0_B17288EE.xml"/></Relationships>
</file>

<file path=ppt/notesSlides/_rels/notesSlide_A0C_2FF39475.xml.rels><?xml version="1.0" encoding="UTF-8" standalone="yes"?>
<Relationships xmlns="http://schemas.openxmlformats.org/package/2006/relationships"><Relationship Id="rId2" Type="http://schemas.openxmlformats.org/officeDocument/2006/relationships/slide" Target="../slides/slide_A0C_2FF39475.xml"/><Relationship Id="rId1" Type="http://schemas.openxmlformats.org/officeDocument/2006/relationships/notesMaster" Target="../notesMasters/notesMaster_0_B17288EE.xml"/></Relationships>
</file>

<file path=ppt/notesSlides/_rels/notesSlide_A01_240E0A68.xml.rels><?xml version="1.0" encoding="UTF-8" standalone="yes"?>
<Relationships xmlns="http://schemas.openxmlformats.org/package/2006/relationships"><Relationship Id="rId2" Type="http://schemas.openxmlformats.org/officeDocument/2006/relationships/slide" Target="../slides/slide_A01_240E0A68.xml"/><Relationship Id="rId1" Type="http://schemas.openxmlformats.org/officeDocument/2006/relationships/notesMaster" Target="../notesMasters/notesMaster_0_B17288EE.xml"/></Relationships>
</file>

<file path=ppt/notesSlides/_rels/notesSlide_A02_AB6709DF.xml.rels><?xml version="1.0" encoding="UTF-8" standalone="yes"?>
<Relationships xmlns="http://schemas.openxmlformats.org/package/2006/relationships"><Relationship Id="rId2" Type="http://schemas.openxmlformats.org/officeDocument/2006/relationships/slide" Target="../slides/slide_A02_AB6709DF.xml"/><Relationship Id="rId1" Type="http://schemas.openxmlformats.org/officeDocument/2006/relationships/notesMaster" Target="../notesMasters/notesMaster_0_B17288EE.xml"/></Relationships>
</file>

<file path=ppt/notesSlides/_rels/notesSlide_A03_9664B231.xml.rels><?xml version="1.0" encoding="UTF-8" standalone="yes"?>
<Relationships xmlns="http://schemas.openxmlformats.org/package/2006/relationships"><Relationship Id="rId2" Type="http://schemas.openxmlformats.org/officeDocument/2006/relationships/slide" Target="../slides/slide_A03_9664B231.xml"/><Relationship Id="rId1" Type="http://schemas.openxmlformats.org/officeDocument/2006/relationships/notesMaster" Target="../notesMasters/notesMaster_0_B17288EE.xml"/></Relationships>
</file>

<file path=ppt/notesSlides/_rels/notesSlide_A04_3A4F700E.xml.rels><?xml version="1.0" encoding="UTF-8" standalone="yes"?>
<Relationships xmlns="http://schemas.openxmlformats.org/package/2006/relationships"><Relationship Id="rId2" Type="http://schemas.openxmlformats.org/officeDocument/2006/relationships/slide" Target="../slides/slide_A04_3A4F700E.xml"/><Relationship Id="rId1" Type="http://schemas.openxmlformats.org/officeDocument/2006/relationships/notesMaster" Target="../notesMasters/notesMaster_0_B17288EE.xml"/></Relationships>
</file>

<file path=ppt/notesSlides/_rels/notesSlide_A05_EA8BD08C.xml.rels><?xml version="1.0" encoding="UTF-8" standalone="yes"?>
<Relationships xmlns="http://schemas.openxmlformats.org/package/2006/relationships"><Relationship Id="rId2" Type="http://schemas.openxmlformats.org/officeDocument/2006/relationships/slide" Target="../slides/slide_A05_EA8BD08C.xml"/><Relationship Id="rId1" Type="http://schemas.openxmlformats.org/officeDocument/2006/relationships/notesMaster" Target="../notesMasters/notesMaster_0_B17288EE.xml"/></Relationships>
</file>

<file path=ppt/notesSlides/_rels/notesSlide_A06_3F47D5DE.xml.rels><?xml version="1.0" encoding="UTF-8" standalone="yes"?>
<Relationships xmlns="http://schemas.openxmlformats.org/package/2006/relationships"><Relationship Id="rId2" Type="http://schemas.openxmlformats.org/officeDocument/2006/relationships/slide" Target="../slides/slide_A06_3F47D5DE.xml"/><Relationship Id="rId1" Type="http://schemas.openxmlformats.org/officeDocument/2006/relationships/notesMaster" Target="../notesMasters/notesMaster_0_B17288EE.xml"/></Relationships>
</file>

<file path=ppt/notesSlides/_rels/notesSlide_A07_F6BE6245.xml.rels><?xml version="1.0" encoding="UTF-8" standalone="yes"?>
<Relationships xmlns="http://schemas.openxmlformats.org/package/2006/relationships"><Relationship Id="rId2" Type="http://schemas.openxmlformats.org/officeDocument/2006/relationships/slide" Target="../slides/slide_A07_F6BE6245.xml"/><Relationship Id="rId1" Type="http://schemas.openxmlformats.org/officeDocument/2006/relationships/notesMaster" Target="../notesMasters/notesMaster_0_B17288EE.xml"/></Relationships>
</file>

<file path=ppt/notesSlides/_rels/notesSlide_A08_29E999BF.xml.rels><?xml version="1.0" encoding="UTF-8" standalone="yes"?>
<Relationships xmlns="http://schemas.openxmlformats.org/package/2006/relationships"><Relationship Id="rId2" Type="http://schemas.openxmlformats.org/officeDocument/2006/relationships/slide" Target="../slides/slide_A08_29E999BF.xml"/><Relationship Id="rId1" Type="http://schemas.openxmlformats.org/officeDocument/2006/relationships/notesMaster" Target="../notesMasters/notesMaster_0_B17288EE.xml"/></Relationships>
</file>

<file path=ppt/notesSlides/_rels/notesSlide_A09_C90A9A7.xml.rels><?xml version="1.0" encoding="UTF-8" standalone="yes"?>
<Relationships xmlns="http://schemas.openxmlformats.org/package/2006/relationships"><Relationship Id="rId2" Type="http://schemas.openxmlformats.org/officeDocument/2006/relationships/slide" Target="../slides/slide_A09_C90A9A7.xml"/><Relationship Id="rId1" Type="http://schemas.openxmlformats.org/officeDocument/2006/relationships/notesMaster" Target="../notesMasters/notesMaster_0_B17288EE.xml"/></Relationships>
</file>

<file path=ppt/notesSlides/notesSlide_A0A_5C4636F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cloud and DevOps strategy slide outlines how the application is prepared for modern deployment practices. The platform is containerization-ready using Docker, ensuring consistent behavior across development, testing, and production environments. A conceptual CI/CD pipeline using GitHub Actions is proposed to automate building, testing, and deployment processes. This reduces manual errors and accelerates delivery cycles. The application is designed for hosting on Azure App Services, which provides scalability, high availability, and managed infrastructure. By adopting cloud and DevOps practices, the platform supports rapid iteration, easier maintenance, and the ability to scale based on demand. This strategy aligns with industry trends toward cloud-native healthcare applications.</a:t>
            </a:r>
          </a:p>
        </p:txBody>
      </p:sp>
      <p:sp>
        <p:nvSpPr>
          <p:cNvPr id="4" name="Slide Number Placeholder 3"/>
          <p:cNvSpPr>
            <a:spLocks noGrp="1"/>
          </p:cNvSpPr>
          <p:nvPr>
            <p:ph type="sldNum" sz="quarter" idx="5"/>
          </p:nvPr>
        </p:nvSpPr>
        <p:spPr/>
        <p:txBody>
          <a:bodyPr/>
          <a:lstStyle/>
          <a:p>
            <a:fld id="{DC9875E8-242C-49A5-857A-B580F1A5C16F}" type="slidenum">
              <a:t/>
            </a:fld>
            <a:endParaRPr lang="en-US"/>
          </a:p>
        </p:txBody>
      </p:sp>
    </p:spTree>
    <p:extLst>
      <p:ext uri="{BB962C8B-B14F-4D97-AF65-F5344CB8AC3E}">
        <p14:creationId xmlns:p14="http://schemas.microsoft.com/office/powerpoint/2010/main" val="1970221989"/>
      </p:ext>
    </p:extLst>
  </p:cSld>
  <p:clrMapOvr>
    <a:masterClrMapping/>
  </p:clrMapOvr>
</p:notes>
</file>

<file path=ppt/notesSlides/notesSlide_A0B_492A92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This slide highlights AI and modernization aspects of the project. GitHub Copilot was used to enhance developer productivity by assisting with code generation, refactoring, and documentation. This demonstrates the adoption of modern AI-assisted development tools. Additionally, the presentation proposes a conceptual future AI integration in the form of an AI agent endpoint for summarizing clinical notes. While not implemented, this idea showcases a forward-looking vision for the platform, where AI can support clinicians by reducing documentation burden and extracting insights from unstructured data. This slide emphasizes innovation and readiness for future advancements without compromising the stability of the current system.</a:t>
            </a:r>
          </a:p>
        </p:txBody>
      </p:sp>
      <p:sp>
        <p:nvSpPr>
          <p:cNvPr id="4" name="Slide Number Placeholder 3"/>
          <p:cNvSpPr>
            <a:spLocks noGrp="1"/>
          </p:cNvSpPr>
          <p:nvPr>
            <p:ph type="sldNum" sz="quarter" idx="5"/>
          </p:nvPr>
        </p:nvSpPr>
        <p:spPr/>
        <p:txBody>
          <a:bodyPr/>
          <a:lstStyle/>
          <a:p>
            <a:fld id="{DC9875E8-242C-49A5-857A-B580F1A5C16F}" type="slidenum">
              <a:t/>
            </a:fld>
            <a:endParaRPr lang="en-US"/>
          </a:p>
        </p:txBody>
      </p:sp>
    </p:spTree>
    <p:extLst>
      <p:ext uri="{BB962C8B-B14F-4D97-AF65-F5344CB8AC3E}">
        <p14:creationId xmlns:p14="http://schemas.microsoft.com/office/powerpoint/2010/main" val="758889156"/>
      </p:ext>
    </p:extLst>
  </p:cSld>
  <p:clrMapOvr>
    <a:masterClrMapping/>
  </p:clrMapOvr>
</p:notes>
</file>

<file path=ppt/notesSlides/notesSlide_A0C_2FF394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final slide is dedicated to questions and discussion. This section invites feedback, clarifications, and deeper technical or business questions from the audience. A Q&amp;A session is an opportunity to reinforce key design decisions, explain trade-offs, and demonstrate understanding of both healthcare requirements and software architecture principles. It also allows stakeholders to explore future possibilities, such as scaling, compliance extensions, or AI-driven features. Ending the presentation with an open discussion reinforces transparency and collaboration, which are essential values in both healthcare and software engineering domains.</a:t>
            </a:r>
          </a:p>
        </p:txBody>
      </p:sp>
      <p:sp>
        <p:nvSpPr>
          <p:cNvPr id="4" name="Slide Number Placeholder 3"/>
          <p:cNvSpPr>
            <a:spLocks noGrp="1"/>
          </p:cNvSpPr>
          <p:nvPr>
            <p:ph type="sldNum" sz="quarter" idx="5"/>
          </p:nvPr>
        </p:nvSpPr>
        <p:spPr/>
        <p:txBody>
          <a:bodyPr/>
          <a:lstStyle/>
          <a:p>
            <a:fld id="{DC9875E8-242C-49A5-857A-B580F1A5C16F}" type="slidenum">
              <a:t/>
            </a:fld>
            <a:endParaRPr lang="en-US"/>
          </a:p>
        </p:txBody>
      </p:sp>
    </p:spTree>
    <p:extLst>
      <p:ext uri="{BB962C8B-B14F-4D97-AF65-F5344CB8AC3E}">
        <p14:creationId xmlns:p14="http://schemas.microsoft.com/office/powerpoint/2010/main" val="3012044158"/>
      </p:ext>
    </p:extLst>
  </p:cSld>
  <p:clrMapOvr>
    <a:masterClrMapping/>
  </p:clrMapOvr>
</p:notes>
</file>

<file path=ppt/notesSlides/notesSlide_A01_240E0A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DC9875E8-242C-49A5-857A-B580F1A5C16F}" type="slidenum">
              <a:t/>
            </a:fld>
            <a:endParaRPr lang="en-US"/>
          </a:p>
        </p:txBody>
      </p:sp>
    </p:spTree>
    <p:extLst>
      <p:ext uri="{BB962C8B-B14F-4D97-AF65-F5344CB8AC3E}">
        <p14:creationId xmlns:p14="http://schemas.microsoft.com/office/powerpoint/2010/main" val="3359729294"/>
      </p:ext>
    </p:extLst>
  </p:cSld>
  <p:clrMapOvr>
    <a:masterClrMapping/>
  </p:clrMapOvr>
</p:notes>
</file>

<file path=ppt/notesSlides/notesSlide_A02_AB6709DF.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Title Slide – Healthcare Analytics Platform, Project Overview, System Architecture, Technology Stack, Core Features, Web API &amp; Security, Database Design, Cloud &amp; DevOps Strategy, AI &amp; Modernization, Live Demonstration, Q &amp; A</a:t>
            </a:r>
          </a:p>
        </p:txBody>
      </p:sp>
      <p:sp>
        <p:nvSpPr>
          <p:cNvPr id="4" name="Slide Number Placeholder 3"/>
          <p:cNvSpPr>
            <a:spLocks noGrp="1"/>
          </p:cNvSpPr>
          <p:nvPr>
            <p:ph type="sldNum" sz="quarter" idx="5"/>
          </p:nvPr>
        </p:nvSpPr>
        <p:spPr/>
        <p:txBody>
          <a:bodyPr/>
          <a:lstStyle/>
          <a:p>
            <a:fld id="{DC9875E8-242C-49A5-857A-B580F1A5C16F}" type="slidenum">
              <a:t/>
            </a:fld>
            <a:endParaRPr lang="en-US"/>
          </a:p>
        </p:txBody>
      </p:sp>
    </p:spTree>
    <p:extLst>
      <p:ext uri="{BB962C8B-B14F-4D97-AF65-F5344CB8AC3E}">
        <p14:creationId xmlns:p14="http://schemas.microsoft.com/office/powerpoint/2010/main" val="2714127833"/>
      </p:ext>
    </p:extLst>
  </p:cSld>
  <p:clrMapOvr>
    <a:masterClrMapping/>
  </p:clrMapOvr>
</p:notes>
</file>

<file path=ppt/notesSlides/notesSlide_A03_9664B2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title slide introduces the Healthcare Analytics Platform as a modern, compliant solution designed to address the growing complexity of healthcare management. The title emphasizes analytics and platform thinking, signaling that the solution goes beyond basic record keeping and focuses on data-driven decision-making. The subtitle, “A Compliant Solution for Modern Healthcare Management,” highlights two critical priorities in today’s healthcare ecosystem: regulatory compliance and modernization. Healthcare organizations operate under strict regulations such as data privacy, security, and audit requirements, and any digital solution must be built with these constraints in mind. At the same time, providers are under pressure to modernize workflows, reduce manual effort, and improve patient outcomes through technology. This slide sets the tone for the presentation by clearly positioning the application as both secure and future-ready. Including the presenter or team name establishes ownership and accountability, which is important in professional and academic settings. Overall, this opening slide frames the narrative of the presentation: a thoughtfully engineered healthcare application that combines clean architecture, modern cloud practices, and secure APIs to support efficient care delivery and operational excellence.</a:t>
            </a:r>
          </a:p>
        </p:txBody>
      </p:sp>
      <p:sp>
        <p:nvSpPr>
          <p:cNvPr id="4" name="Slide Number Placeholder 3"/>
          <p:cNvSpPr>
            <a:spLocks noGrp="1"/>
          </p:cNvSpPr>
          <p:nvPr>
            <p:ph type="sldNum" sz="quarter" idx="5"/>
          </p:nvPr>
        </p:nvSpPr>
        <p:spPr/>
        <p:txBody>
          <a:bodyPr/>
          <a:lstStyle/>
          <a:p>
            <a:fld id="{DC9875E8-242C-49A5-857A-B580F1A5C16F}" type="slidenum">
              <a:t/>
            </a:fld>
            <a:endParaRPr lang="en-US"/>
          </a:p>
        </p:txBody>
      </p:sp>
    </p:spTree>
    <p:extLst>
      <p:ext uri="{BB962C8B-B14F-4D97-AF65-F5344CB8AC3E}">
        <p14:creationId xmlns:p14="http://schemas.microsoft.com/office/powerpoint/2010/main" val="783002328"/>
      </p:ext>
    </p:extLst>
  </p:cSld>
  <p:clrMapOvr>
    <a:masterClrMapping/>
  </p:clrMapOvr>
</p:notes>
</file>

<file path=ppt/notesSlides/notesSlide_A04_3A4F700E.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project overview explains the motivation and purpose behind building the Healthcare Analytics Platform. The primary business objective is to improve care delivery and operational efficiency for healthcare providers. This includes reducing administrative overhead, minimizing errors in patient data handling, and enabling staff to focus more on patient care rather than manual processes. The business context addresses a real-world need: many healthcare organizations struggle with fragmented systems that are difficult to scale, maintain, and secure. A robust and compliant platform is essential to manage patient appointments, records, and related operational data in a centralized manner. The core purpose of the application is to provide a secure, modern solution for managing patient information and appointments while ensuring compliance with healthcare standards. Additionally, the platform is designed with a future-ready architecture, making it suitable for cloud deployment and further enhancements. This slide connects business needs with technical goals, clearly demonstrating how the solution aligns technology decisions with organizational objectives and long-term sustainability.</a:t>
            </a:r>
          </a:p>
        </p:txBody>
      </p:sp>
      <p:sp>
        <p:nvSpPr>
          <p:cNvPr id="4" name="Slide Number Placeholder 3"/>
          <p:cNvSpPr>
            <a:spLocks noGrp="1"/>
          </p:cNvSpPr>
          <p:nvPr>
            <p:ph type="sldNum" sz="quarter" idx="5"/>
          </p:nvPr>
        </p:nvSpPr>
        <p:spPr/>
        <p:txBody>
          <a:bodyPr/>
          <a:lstStyle/>
          <a:p>
            <a:fld id="{DC9875E8-242C-49A5-857A-B580F1A5C16F}" type="slidenum">
              <a:t/>
            </a:fld>
            <a:endParaRPr lang="en-US"/>
          </a:p>
        </p:txBody>
      </p:sp>
    </p:spTree>
    <p:extLst>
      <p:ext uri="{BB962C8B-B14F-4D97-AF65-F5344CB8AC3E}">
        <p14:creationId xmlns:p14="http://schemas.microsoft.com/office/powerpoint/2010/main" val="2834773637"/>
      </p:ext>
    </p:extLst>
  </p:cSld>
  <p:clrMapOvr>
    <a:masterClrMapping/>
  </p:clrMapOvr>
</p:notes>
</file>

<file path=ppt/notesSlides/notesSlide_A05_EA8BD08C.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system architecture slide describes the structural foundation of the application, which is based on Clean Architecture principles. Clean Architecture promotes a clear separation of concerns, ensuring that business logic remains independent of frameworks, databases, and user interfaces. This architectural style brings key benefits such as improved testability, easier maintenance, and long-term flexibility. The Domain layer contains the core business entities, such as Patient and Appointment, representing the most critical concepts in the healthcare system. The Application layer encapsulates business logic and use cases, orchestrating how entities interact to fulfill functional requirements. The Infrastructure layer handles technical details such as database access through Entity Framework Core and integration with external services. Finally, the Presentation layer includes ASP.NET Core Razor Pages for the user interface and a Web API for external access. This layered approach ensures that changes in one area, such as the UI or database, have minimal impact on the core business logic, making the system robust and adaptable.</a:t>
            </a:r>
          </a:p>
        </p:txBody>
      </p:sp>
      <p:sp>
        <p:nvSpPr>
          <p:cNvPr id="4" name="Slide Number Placeholder 3"/>
          <p:cNvSpPr>
            <a:spLocks noGrp="1"/>
          </p:cNvSpPr>
          <p:nvPr>
            <p:ph type="sldNum" sz="quarter" idx="5"/>
          </p:nvPr>
        </p:nvSpPr>
        <p:spPr/>
        <p:txBody>
          <a:bodyPr/>
          <a:lstStyle/>
          <a:p>
            <a:fld id="{DC9875E8-242C-49A5-857A-B580F1A5C16F}" type="slidenum">
              <a:t/>
            </a:fld>
            <a:endParaRPr lang="en-US"/>
          </a:p>
        </p:txBody>
      </p:sp>
    </p:spTree>
    <p:extLst>
      <p:ext uri="{BB962C8B-B14F-4D97-AF65-F5344CB8AC3E}">
        <p14:creationId xmlns:p14="http://schemas.microsoft.com/office/powerpoint/2010/main" val="3238171632"/>
      </p:ext>
    </p:extLst>
  </p:cSld>
  <p:clrMapOvr>
    <a:masterClrMapping/>
  </p:clrMapOvr>
</p:notes>
</file>

<file path=ppt/notesSlides/notesSlide_A06_3F47D5DE.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technology stack slide outlines the tools and frameworks used to build the Healthcare Analytics Platform. The backend is developed using .NET 8, C#, and ASP.NET Core, providing a high-performance, secure, and cross-platform foundation. The user interface is built with Razor Pages, along with standard web technologies such as HTML5, CSS, and JavaScript, enhanced with AJAX for responsive interactions. Data access is managed using Entity Framework Core combined with the Repository Pattern, which abstracts database operations and improves testability. Microsoft SQL Server is used as the relational database, offering reliability and strong support for transactional data. The platform exposes functionality through a RESTful Web API, enabling integration with external systems and future mobile applications. Security is handled using JWT-based authentication and authorization, ensuring that only authenticated and authorized users can access sensitive healthcare data. Together, this technology stack reflects modern best practices in enterprise application development.</a:t>
            </a:r>
          </a:p>
        </p:txBody>
      </p:sp>
      <p:sp>
        <p:nvSpPr>
          <p:cNvPr id="4" name="Slide Number Placeholder 3"/>
          <p:cNvSpPr>
            <a:spLocks noGrp="1"/>
          </p:cNvSpPr>
          <p:nvPr>
            <p:ph type="sldNum" sz="quarter" idx="5"/>
          </p:nvPr>
        </p:nvSpPr>
        <p:spPr/>
        <p:txBody>
          <a:bodyPr/>
          <a:lstStyle/>
          <a:p>
            <a:fld id="{DC9875E8-242C-49A5-857A-B580F1A5C16F}" type="slidenum">
              <a:t/>
            </a:fld>
            <a:endParaRPr lang="en-US"/>
          </a:p>
        </p:txBody>
      </p:sp>
    </p:spTree>
    <p:extLst>
      <p:ext uri="{BB962C8B-B14F-4D97-AF65-F5344CB8AC3E}">
        <p14:creationId xmlns:p14="http://schemas.microsoft.com/office/powerpoint/2010/main" val="4107905960"/>
      </p:ext>
    </p:extLst>
  </p:cSld>
  <p:clrMapOvr>
    <a:masterClrMapping/>
  </p:clrMapOvr>
</p:notes>
</file>

<file path=ppt/notesSlides/notesSlide_A07_F6BE62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core features slide highlights the primary capabilities of the platform. Patient management is a fundamental feature, providing full CRUD operations to create, read, update, and delete patient records in a secure and controlled manner. Appointment scheduling allows healthcare staff to efficiently schedule, view, update, and cancel appointments, reducing scheduling conflicts and improving patient flow. Data validation is enforced at both the server and client levels to ensure data integrity, accuracy, and compliance with business rules. This reduces the risk of incorrect or incomplete data entering the system. The platform also emphasizes a user-friendly interface built with Razor Pages, designed to be intuitive and efficient for healthcare staff. By focusing on usability, the system minimizes training requirements and supports faster adoption. These core features collectively address the most common operational needs in healthcare settings while laying the groundwork for future enhancements.</a:t>
            </a:r>
          </a:p>
        </p:txBody>
      </p:sp>
      <p:sp>
        <p:nvSpPr>
          <p:cNvPr id="4" name="Slide Number Placeholder 3"/>
          <p:cNvSpPr>
            <a:spLocks noGrp="1"/>
          </p:cNvSpPr>
          <p:nvPr>
            <p:ph type="sldNum" sz="quarter" idx="5"/>
          </p:nvPr>
        </p:nvSpPr>
        <p:spPr/>
        <p:txBody>
          <a:bodyPr/>
          <a:lstStyle/>
          <a:p>
            <a:fld id="{DC9875E8-242C-49A5-857A-B580F1A5C16F}" type="slidenum">
              <a:t/>
            </a:fld>
            <a:endParaRPr lang="en-US"/>
          </a:p>
        </p:txBody>
      </p:sp>
    </p:spTree>
    <p:extLst>
      <p:ext uri="{BB962C8B-B14F-4D97-AF65-F5344CB8AC3E}">
        <p14:creationId xmlns:p14="http://schemas.microsoft.com/office/powerpoint/2010/main" val="226464347"/>
      </p:ext>
    </p:extLst>
  </p:cSld>
  <p:clrMapOvr>
    <a:masterClrMapping/>
  </p:clrMapOvr>
</p:notes>
</file>

<file path=ppt/notesSlides/notesSlide_A08_29E999BF.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This slide focuses on the Web API and security aspects of the platform. The RESTful API exposes secure endpoints that can be used by mobile applications, third-party systems, or future integrations. Authentication is implemented using JWT, which ensures that only verified users can access the API. JWT tokens provide a stateless and scalable security mechanism suitable for modern distributed systems. Authorization is role-based, allowing different levels of access depending on user roles, such as administrators or staff members. This ensures that users can only perform actions they are permitted to. Secure coding practices are applied throughout the application to protect against common vulnerabilities such as unauthorized access, data leaks, and injection attacks. In a healthcare context, where data sensitivity is extremely high, these security measures are critical to maintaining trust and compliance.</a:t>
            </a:r>
          </a:p>
        </p:txBody>
      </p:sp>
      <p:sp>
        <p:nvSpPr>
          <p:cNvPr id="4" name="Slide Number Placeholder 3"/>
          <p:cNvSpPr>
            <a:spLocks noGrp="1"/>
          </p:cNvSpPr>
          <p:nvPr>
            <p:ph type="sldNum" sz="quarter" idx="5"/>
          </p:nvPr>
        </p:nvSpPr>
        <p:spPr/>
        <p:txBody>
          <a:bodyPr/>
          <a:lstStyle/>
          <a:p>
            <a:fld id="{DC9875E8-242C-49A5-857A-B580F1A5C16F}" type="slidenum">
              <a:t/>
            </a:fld>
            <a:endParaRPr lang="en-US"/>
          </a:p>
        </p:txBody>
      </p:sp>
    </p:spTree>
    <p:extLst>
      <p:ext uri="{BB962C8B-B14F-4D97-AF65-F5344CB8AC3E}">
        <p14:creationId xmlns:p14="http://schemas.microsoft.com/office/powerpoint/2010/main" val="695177872"/>
      </p:ext>
    </p:extLst>
  </p:cSld>
  <p:clrMapOvr>
    <a:masterClrMapping/>
  </p:clrMapOvr>
</p:notes>
</file>

<file path=ppt/notesSlides/notesSlide_A09_C90A9A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database design slide explains how data is structured and managed within the platform. The schema is normalized and implemented in Microsoft SQL Server to ensure data consistency and reduce redundancy. Key entities include Patients and Appointments, which form the backbone of the application’s data model. The Repository Pattern is used on top of Entity Framework Core to abstract data access logic, making the application easier to test and maintain. This approach also supports clean separation between business logic and persistence concerns. Database schema changes are managed using EF Core Migrations, allowing controlled evolution of the database over time. This ensures that updates can be applied safely across environments without manual intervention. A well-designed database is essential for performance, reliability, and long-term scalability, especially in data-intensive healthcare systems.</a:t>
            </a:r>
          </a:p>
        </p:txBody>
      </p:sp>
      <p:sp>
        <p:nvSpPr>
          <p:cNvPr id="4" name="Slide Number Placeholder 3"/>
          <p:cNvSpPr>
            <a:spLocks noGrp="1"/>
          </p:cNvSpPr>
          <p:nvPr>
            <p:ph type="sldNum" sz="quarter" idx="5"/>
          </p:nvPr>
        </p:nvSpPr>
        <p:spPr/>
        <p:txBody>
          <a:bodyPr/>
          <a:lstStyle/>
          <a:p>
            <a:fld id="{DC9875E8-242C-49A5-857A-B580F1A5C16F}" type="slidenum">
              <a:t/>
            </a:fld>
            <a:endParaRPr lang="en-US"/>
          </a:p>
        </p:txBody>
      </p:sp>
    </p:spTree>
    <p:extLst>
      <p:ext uri="{BB962C8B-B14F-4D97-AF65-F5344CB8AC3E}">
        <p14:creationId xmlns:p14="http://schemas.microsoft.com/office/powerpoint/2010/main" val="3980989607"/>
      </p:ext>
    </p:extLst>
  </p:cSld>
  <p:clrMapOvr>
    <a:masterClrMapping/>
  </p:clrMapOvr>
</p:notes>
</file>

<file path=ppt/slideLayouts/_rels/slideLayout_8000000A_8194DAC0.xml.rels><?xml version="1.0" encoding="UTF-8" standalone="yes"?>
<Relationships xmlns="http://schemas.openxmlformats.org/package/2006/relationships"><Relationship Id="rId1" Type="http://schemas.openxmlformats.org/officeDocument/2006/relationships/slideMaster" Target="../slideMasters/slideMaster_80000000_163CE6E3.xml"/></Relationships>
</file>

<file path=ppt/slideLayouts/_rels/slideLayout_8000000B_F9E9733D.xml.rels><?xml version="1.0" encoding="UTF-8" standalone="yes"?>
<Relationships xmlns="http://schemas.openxmlformats.org/package/2006/relationships"><Relationship Id="rId2" Type="http://schemas.openxmlformats.org/officeDocument/2006/relationships/image" Target="../media/image_DAB3275C.jpeg"/><Relationship Id="rId1" Type="http://schemas.openxmlformats.org/officeDocument/2006/relationships/slideMaster" Target="../slideMasters/slideMaster_80000000_163CE6E3.xml"/></Relationships>
</file>

<file path=ppt/slideLayouts/_rels/slideLayout_8000001A_39F7B2DC.xml.rels><?xml version="1.0" encoding="UTF-8" standalone="yes"?>
<Relationships xmlns="http://schemas.openxmlformats.org/package/2006/relationships"><Relationship Id="rId1" Type="http://schemas.openxmlformats.org/officeDocument/2006/relationships/slideMaster" Target="../slideMasters/slideMaster_80000000_163CE6E3.xml"/></Relationships>
</file>

<file path=ppt/slideLayouts/_rels/slideLayout_8000001B_58A18273.xml.rels><?xml version="1.0" encoding="UTF-8" standalone="yes"?>
<Relationships xmlns="http://schemas.openxmlformats.org/package/2006/relationships"><Relationship Id="rId1" Type="http://schemas.openxmlformats.org/officeDocument/2006/relationships/slideMaster" Target="../slideMasters/slideMaster_80000000_163CE6E3.xml"/></Relationships>
</file>

<file path=ppt/slideLayouts/_rels/slideLayout_8000001C_3350DA09.xml.rels><?xml version="1.0" encoding="UTF-8" standalone="yes"?>
<Relationships xmlns="http://schemas.openxmlformats.org/package/2006/relationships"><Relationship Id="rId1" Type="http://schemas.openxmlformats.org/officeDocument/2006/relationships/slideMaster" Target="../slideMasters/slideMaster_80000000_163CE6E3.xml"/></Relationships>
</file>

<file path=ppt/slideLayouts/_rels/slideLayout_8000001D_A088A89F.xml.rels><?xml version="1.0" encoding="UTF-8" standalone="yes"?>
<Relationships xmlns="http://schemas.openxmlformats.org/package/2006/relationships"><Relationship Id="rId1" Type="http://schemas.openxmlformats.org/officeDocument/2006/relationships/slideMaster" Target="../slideMasters/slideMaster_80000000_163CE6E3.xml"/></Relationships>
</file>

<file path=ppt/slideLayouts/_rels/slideLayout_8000001E_9C8D1562.xml.rels><?xml version="1.0" encoding="UTF-8" standalone="yes"?>
<Relationships xmlns="http://schemas.openxmlformats.org/package/2006/relationships"><Relationship Id="rId1" Type="http://schemas.openxmlformats.org/officeDocument/2006/relationships/slideMaster" Target="../slideMasters/slideMaster_80000000_163CE6E3.xml"/></Relationships>
</file>

<file path=ppt/slideLayouts/_rels/slideLayout_8000001F_8B414734.xml.rels><?xml version="1.0" encoding="UTF-8" standalone="yes"?>
<Relationships xmlns="http://schemas.openxmlformats.org/package/2006/relationships"><Relationship Id="rId1" Type="http://schemas.openxmlformats.org/officeDocument/2006/relationships/slideMaster" Target="../slideMasters/slideMaster_80000000_163CE6E3.xml"/></Relationships>
</file>

<file path=ppt/slideLayouts/_rels/slideLayout_8000002A_E497A20C.xml.rels><?xml version="1.0" encoding="UTF-8" standalone="yes"?>
<Relationships xmlns="http://schemas.openxmlformats.org/package/2006/relationships"><Relationship Id="rId2" Type="http://schemas.openxmlformats.org/officeDocument/2006/relationships/image" Target="../media/image_86FDE6B7.jpeg"/><Relationship Id="rId1" Type="http://schemas.openxmlformats.org/officeDocument/2006/relationships/slideMaster" Target="../slideMasters/slideMaster_80000000_163CE6E3.xml"/></Relationships>
</file>

<file path=ppt/slideLayouts/_rels/slideLayout_8000002B_8B0EBF01.xml.rels><?xml version="1.0" encoding="UTF-8" standalone="yes"?>
<Relationships xmlns="http://schemas.openxmlformats.org/package/2006/relationships"><Relationship Id="rId2" Type="http://schemas.openxmlformats.org/officeDocument/2006/relationships/image" Target="../media/image_513A7B70.jpeg"/><Relationship Id="rId1" Type="http://schemas.openxmlformats.org/officeDocument/2006/relationships/slideMaster" Target="../slideMasters/slideMaster_80000000_163CE6E3.xml"/></Relationships>
</file>

<file path=ppt/slideLayouts/_rels/slideLayout_8000002C_6AB7D8A2.xml.rels><?xml version="1.0" encoding="UTF-8" standalone="yes"?>
<Relationships xmlns="http://schemas.openxmlformats.org/package/2006/relationships"><Relationship Id="rId2" Type="http://schemas.openxmlformats.org/officeDocument/2006/relationships/image" Target="../media/image_513A7B70.jpeg"/><Relationship Id="rId1" Type="http://schemas.openxmlformats.org/officeDocument/2006/relationships/slideMaster" Target="../slideMasters/slideMaster_80000000_163CE6E3.xml"/></Relationships>
</file>

<file path=ppt/slideLayouts/_rels/slideLayout_8000002D_43C9AB76.xml.rels><?xml version="1.0" encoding="UTF-8" standalone="yes"?>
<Relationships xmlns="http://schemas.openxmlformats.org/package/2006/relationships"><Relationship Id="rId2" Type="http://schemas.openxmlformats.org/officeDocument/2006/relationships/image" Target="../media/image_513A7B70.jpeg"/><Relationship Id="rId1" Type="http://schemas.openxmlformats.org/officeDocument/2006/relationships/slideMaster" Target="../slideMasters/slideMaster_80000000_163CE6E3.xml"/></Relationships>
</file>

<file path=ppt/slideLayouts/_rels/slideLayout_8000002E_797C61C6.xml.rels><?xml version="1.0" encoding="UTF-8" standalone="yes"?>
<Relationships xmlns="http://schemas.openxmlformats.org/package/2006/relationships"><Relationship Id="rId1" Type="http://schemas.openxmlformats.org/officeDocument/2006/relationships/slideMaster" Target="../slideMasters/slideMaster_80000000_163CE6E3.xml"/></Relationships>
</file>

<file path=ppt/slideLayouts/_rels/slideLayout_8000002F_42275862.xml.rels><?xml version="1.0" encoding="UTF-8" standalone="yes"?>
<Relationships xmlns="http://schemas.openxmlformats.org/package/2006/relationships"><Relationship Id="rId1" Type="http://schemas.openxmlformats.org/officeDocument/2006/relationships/slideMaster" Target="../slideMasters/slideMaster_80000000_163CE6E3.xml"/></Relationships>
</file>

<file path=ppt/slideLayouts/_rels/slideLayout_8000003A_1B512FA6.xml.rels><?xml version="1.0" encoding="UTF-8" standalone="yes"?>
<Relationships xmlns="http://schemas.openxmlformats.org/package/2006/relationships"><Relationship Id="rId1" Type="http://schemas.openxmlformats.org/officeDocument/2006/relationships/slideMaster" Target="../slideMasters/slideMaster_80000000_163CE6E3.xml"/></Relationships>
</file>

<file path=ppt/slideLayouts/_rels/slideLayout_8000003B_CA151E4F.xml.rels><?xml version="1.0" encoding="UTF-8" standalone="yes"?>
<Relationships xmlns="http://schemas.openxmlformats.org/package/2006/relationships"><Relationship Id="rId1" Type="http://schemas.openxmlformats.org/officeDocument/2006/relationships/slideMaster" Target="../slideMasters/slideMaster_80000000_163CE6E3.xml"/></Relationships>
</file>

<file path=ppt/slideLayouts/_rels/slideLayout_8000003C_FF75B9EB.xml.rels><?xml version="1.0" encoding="UTF-8" standalone="yes"?>
<Relationships xmlns="http://schemas.openxmlformats.org/package/2006/relationships"><Relationship Id="rId2" Type="http://schemas.openxmlformats.org/officeDocument/2006/relationships/image" Target="../media/image_513A7B70.jpeg"/><Relationship Id="rId1" Type="http://schemas.openxmlformats.org/officeDocument/2006/relationships/slideMaster" Target="../slideMasters/slideMaster_80000000_163CE6E3.xml"/></Relationships>
</file>

<file path=ppt/slideLayouts/_rels/slideLayout_8000003D_4842F888.xml.rels><?xml version="1.0" encoding="UTF-8" standalone="yes"?>
<Relationships xmlns="http://schemas.openxmlformats.org/package/2006/relationships"><Relationship Id="rId1" Type="http://schemas.openxmlformats.org/officeDocument/2006/relationships/slideMaster" Target="../slideMasters/slideMaster_80000000_163CE6E3.xml"/></Relationships>
</file>

<file path=ppt/slideLayouts/_rels/slideLayout_8000003E_68FF55A3.xml.rels><?xml version="1.0" encoding="UTF-8" standalone="yes"?>
<Relationships xmlns="http://schemas.openxmlformats.org/package/2006/relationships"><Relationship Id="rId1" Type="http://schemas.openxmlformats.org/officeDocument/2006/relationships/slideMaster" Target="../slideMasters/slideMaster_80000000_163CE6E3.xml"/></Relationships>
</file>

<file path=ppt/slideLayouts/_rels/slideLayout_80000001_7C834367.xml.rels><?xml version="1.0" encoding="UTF-8" standalone="yes"?>
<Relationships xmlns="http://schemas.openxmlformats.org/package/2006/relationships"><Relationship Id="rId2" Type="http://schemas.openxmlformats.org/officeDocument/2006/relationships/image" Target="../media/image_DAB3275C.jpeg"/><Relationship Id="rId1" Type="http://schemas.openxmlformats.org/officeDocument/2006/relationships/slideMaster" Target="../slideMasters/slideMaster_80000000_163CE6E3.xml"/></Relationships>
</file>

<file path=ppt/slideLayouts/_rels/slideLayout_80000002_5988AAAB.xml.rels><?xml version="1.0" encoding="UTF-8" standalone="yes"?>
<Relationships xmlns="http://schemas.openxmlformats.org/package/2006/relationships"><Relationship Id="rId1" Type="http://schemas.openxmlformats.org/officeDocument/2006/relationships/slideMaster" Target="../slideMasters/slideMaster_80000000_163CE6E3.xml"/></Relationships>
</file>

<file path=ppt/slideLayouts/_rels/slideLayout_80000003_C92FF1E0.xml.rels><?xml version="1.0" encoding="UTF-8" standalone="yes"?>
<Relationships xmlns="http://schemas.openxmlformats.org/package/2006/relationships"><Relationship Id="rId2" Type="http://schemas.openxmlformats.org/officeDocument/2006/relationships/image" Target="../media/image_513A7B70.jpeg"/><Relationship Id="rId1" Type="http://schemas.openxmlformats.org/officeDocument/2006/relationships/slideMaster" Target="../slideMasters/slideMaster_80000000_163CE6E3.xml"/></Relationships>
</file>

<file path=ppt/slideLayouts/_rels/slideLayout_80000004_CFD355C0.xml.rels><?xml version="1.0" encoding="UTF-8" standalone="yes"?>
<Relationships xmlns="http://schemas.openxmlformats.org/package/2006/relationships"><Relationship Id="rId2" Type="http://schemas.openxmlformats.org/officeDocument/2006/relationships/image" Target="../media/image_DE0C6AB4.jpeg"/><Relationship Id="rId1" Type="http://schemas.openxmlformats.org/officeDocument/2006/relationships/slideMaster" Target="../slideMasters/slideMaster_80000000_163CE6E3.xml"/></Relationships>
</file>

<file path=ppt/slideLayouts/_rels/slideLayout_80000005_ED1CC398.xml.rels><?xml version="1.0" encoding="UTF-8" standalone="yes"?>
<Relationships xmlns="http://schemas.openxmlformats.org/package/2006/relationships"><Relationship Id="rId1" Type="http://schemas.openxmlformats.org/officeDocument/2006/relationships/slideMaster" Target="../slideMasters/slideMaster_80000000_163CE6E3.xml"/></Relationships>
</file>

<file path=ppt/slideLayouts/_rels/slideLayout_80000006_3A557F7F.xml.rels><?xml version="1.0" encoding="UTF-8" standalone="yes"?>
<Relationships xmlns="http://schemas.openxmlformats.org/package/2006/relationships"><Relationship Id="rId1" Type="http://schemas.openxmlformats.org/officeDocument/2006/relationships/slideMaster" Target="../slideMasters/slideMaster_80000000_163CE6E3.xml"/></Relationships>
</file>

<file path=ppt/slideLayouts/_rels/slideLayout_80000007_9D29910E.xml.rels><?xml version="1.0" encoding="UTF-8" standalone="yes"?>
<Relationships xmlns="http://schemas.openxmlformats.org/package/2006/relationships"><Relationship Id="rId1" Type="http://schemas.openxmlformats.org/officeDocument/2006/relationships/slideMaster" Target="../slideMasters/slideMaster_80000000_163CE6E3.xml"/></Relationships>
</file>

<file path=ppt/slideLayouts/_rels/slideLayout_80000008_1EF99C88.xml.rels><?xml version="1.0" encoding="UTF-8" standalone="yes"?>
<Relationships xmlns="http://schemas.openxmlformats.org/package/2006/relationships"><Relationship Id="rId1" Type="http://schemas.openxmlformats.org/officeDocument/2006/relationships/slideMaster" Target="../slideMasters/slideMaster_80000000_163CE6E3.xml"/></Relationships>
</file>

<file path=ppt/slideLayouts/_rels/slideLayout_80000009_45BBB4BE.xml.rels><?xml version="1.0" encoding="UTF-8" standalone="yes"?>
<Relationships xmlns="http://schemas.openxmlformats.org/package/2006/relationships"><Relationship Id="rId1" Type="http://schemas.openxmlformats.org/officeDocument/2006/relationships/slideMaster" Target="../slideMasters/slideMaster_80000000_163CE6E3.xml"/></Relationships>
</file>

<file path=ppt/slideLayouts/_rels/slideLayout_80000018_37C68648.xml.rels><?xml version="1.0" encoding="UTF-8" standalone="yes"?>
<Relationships xmlns="http://schemas.openxmlformats.org/package/2006/relationships"><Relationship Id="rId1" Type="http://schemas.openxmlformats.org/officeDocument/2006/relationships/slideMaster" Target="../slideMasters/slideMaster_80000000_163CE6E3.xml"/></Relationships>
</file>

<file path=ppt/slideLayouts/_rels/slideLayout_80000019_8140E954.xml.rels><?xml version="1.0" encoding="UTF-8" standalone="yes"?>
<Relationships xmlns="http://schemas.openxmlformats.org/package/2006/relationships"><Relationship Id="rId1" Type="http://schemas.openxmlformats.org/officeDocument/2006/relationships/slideMaster" Target="../slideMasters/slideMaster_80000000_163CE6E3.xml"/></Relationships>
</file>

<file path=ppt/slideLayouts/_rels/slideLayout_80000020_81F56E31.xml.rels><?xml version="1.0" encoding="UTF-8" standalone="yes"?>
<Relationships xmlns="http://schemas.openxmlformats.org/package/2006/relationships"><Relationship Id="rId2" Type="http://schemas.openxmlformats.org/officeDocument/2006/relationships/image" Target="../media/image_DAB3275C.jpeg"/><Relationship Id="rId1" Type="http://schemas.openxmlformats.org/officeDocument/2006/relationships/slideMaster" Target="../slideMasters/slideMaster_80000000_163CE6E3.xml"/></Relationships>
</file>

<file path=ppt/slideLayouts/_rels/slideLayout_80000021_66DF4C71.xml.rels><?xml version="1.0" encoding="UTF-8" standalone="yes"?>
<Relationships xmlns="http://schemas.openxmlformats.org/package/2006/relationships"><Relationship Id="rId2" Type="http://schemas.openxmlformats.org/officeDocument/2006/relationships/image" Target="../media/image_DAB3275C.jpeg"/><Relationship Id="rId1" Type="http://schemas.openxmlformats.org/officeDocument/2006/relationships/slideMaster" Target="../slideMasters/slideMaster_80000000_163CE6E3.xml"/></Relationships>
</file>

<file path=ppt/slideLayouts/_rels/slideLayout_80000022_FCBC4957.xml.rels><?xml version="1.0" encoding="UTF-8" standalone="yes"?>
<Relationships xmlns="http://schemas.openxmlformats.org/package/2006/relationships"><Relationship Id="rId2" Type="http://schemas.openxmlformats.org/officeDocument/2006/relationships/image" Target="../media/image_DAB3275C.jpeg"/><Relationship Id="rId1" Type="http://schemas.openxmlformats.org/officeDocument/2006/relationships/slideMaster" Target="../slideMasters/slideMaster_80000000_163CE6E3.xml"/></Relationships>
</file>

<file path=ppt/slideLayouts/_rels/slideLayout_80000023_2B3962A7.xml.rels><?xml version="1.0" encoding="UTF-8" standalone="yes"?>
<Relationships xmlns="http://schemas.openxmlformats.org/package/2006/relationships"><Relationship Id="rId2" Type="http://schemas.openxmlformats.org/officeDocument/2006/relationships/image" Target="../media/image_513A7B70.jpeg"/><Relationship Id="rId1" Type="http://schemas.openxmlformats.org/officeDocument/2006/relationships/slideMaster" Target="../slideMasters/slideMaster_80000000_163CE6E3.xml"/></Relationships>
</file>

<file path=ppt/slideLayouts/_rels/slideLayout_80000024_E948D132.xml.rels><?xml version="1.0" encoding="UTF-8" standalone="yes"?>
<Relationships xmlns="http://schemas.openxmlformats.org/package/2006/relationships"><Relationship Id="rId2" Type="http://schemas.openxmlformats.org/officeDocument/2006/relationships/image" Target="../media/image_513A7B70.jpeg"/><Relationship Id="rId1" Type="http://schemas.openxmlformats.org/officeDocument/2006/relationships/slideMaster" Target="../slideMasters/slideMaster_80000000_163CE6E3.xml"/></Relationships>
</file>

<file path=ppt/slideLayouts/_rels/slideLayout_80000025_787248DF.xml.rels><?xml version="1.0" encoding="UTF-8" standalone="yes"?>
<Relationships xmlns="http://schemas.openxmlformats.org/package/2006/relationships"><Relationship Id="rId2" Type="http://schemas.openxmlformats.org/officeDocument/2006/relationships/image" Target="../media/image_DAB3275C.jpeg"/><Relationship Id="rId1" Type="http://schemas.openxmlformats.org/officeDocument/2006/relationships/slideMaster" Target="../slideMasters/slideMaster_80000000_163CE6E3.xml"/></Relationships>
</file>

<file path=ppt/slideLayouts/_rels/slideLayout_80000026_C8D30738.xml.rels><?xml version="1.0" encoding="UTF-8" standalone="yes"?>
<Relationships xmlns="http://schemas.openxmlformats.org/package/2006/relationships"><Relationship Id="rId2" Type="http://schemas.openxmlformats.org/officeDocument/2006/relationships/image" Target="../media/image_513A7B70.jpeg"/><Relationship Id="rId1" Type="http://schemas.openxmlformats.org/officeDocument/2006/relationships/slideMaster" Target="../slideMasters/slideMaster_80000000_163CE6E3.xml"/></Relationships>
</file>

<file path=ppt/slideLayouts/_rels/slideLayout_80000027_D70ED8C0.xml.rels><?xml version="1.0" encoding="UTF-8" standalone="yes"?>
<Relationships xmlns="http://schemas.openxmlformats.org/package/2006/relationships"><Relationship Id="rId2" Type="http://schemas.openxmlformats.org/officeDocument/2006/relationships/image" Target="../media/image_513A7B70.jpeg"/><Relationship Id="rId1" Type="http://schemas.openxmlformats.org/officeDocument/2006/relationships/slideMaster" Target="../slideMasters/slideMaster_80000000_163CE6E3.xml"/></Relationships>
</file>

<file path=ppt/slideLayouts/_rels/slideLayout_80000028_ECB0168F.xml.rels><?xml version="1.0" encoding="UTF-8" standalone="yes"?>
<Relationships xmlns="http://schemas.openxmlformats.org/package/2006/relationships"><Relationship Id="rId2" Type="http://schemas.openxmlformats.org/officeDocument/2006/relationships/image" Target="../media/image_513A7B70.jpeg"/><Relationship Id="rId1" Type="http://schemas.openxmlformats.org/officeDocument/2006/relationships/slideMaster" Target="../slideMasters/slideMaster_80000000_163CE6E3.xml"/></Relationships>
</file>

<file path=ppt/slideLayouts/_rels/slideLayout_80000029_73E606BC.xml.rels><?xml version="1.0" encoding="UTF-8" standalone="yes"?>
<Relationships xmlns="http://schemas.openxmlformats.org/package/2006/relationships"><Relationship Id="rId2" Type="http://schemas.openxmlformats.org/officeDocument/2006/relationships/image" Target="../media/image_DE0C6AB4.jpeg"/><Relationship Id="rId1" Type="http://schemas.openxmlformats.org/officeDocument/2006/relationships/slideMaster" Target="../slideMasters/slideMaster_80000000_163CE6E3.xml"/></Relationships>
</file>

<file path=ppt/slideLayouts/_rels/slideLayout_80000030_36ECC9D7.xml.rels><?xml version="1.0" encoding="UTF-8" standalone="yes"?>
<Relationships xmlns="http://schemas.openxmlformats.org/package/2006/relationships"><Relationship Id="rId1" Type="http://schemas.openxmlformats.org/officeDocument/2006/relationships/slideMaster" Target="../slideMasters/slideMaster_80000000_163CE6E3.xml"/></Relationships>
</file>

<file path=ppt/slideLayouts/_rels/slideLayout_80000031_971C514B.xml.rels><?xml version="1.0" encoding="UTF-8" standalone="yes"?>
<Relationships xmlns="http://schemas.openxmlformats.org/package/2006/relationships"><Relationship Id="rId1" Type="http://schemas.openxmlformats.org/officeDocument/2006/relationships/slideMaster" Target="../slideMasters/slideMaster_80000000_163CE6E3.xml"/></Relationships>
</file>

<file path=ppt/slideLayouts/_rels/slideLayout_80000032_948F729B.xml.rels><?xml version="1.0" encoding="UTF-8" standalone="yes"?>
<Relationships xmlns="http://schemas.openxmlformats.org/package/2006/relationships"><Relationship Id="rId1" Type="http://schemas.openxmlformats.org/officeDocument/2006/relationships/slideMaster" Target="../slideMasters/slideMaster_80000000_163CE6E3.xml"/></Relationships>
</file>

<file path=ppt/slideLayouts/_rels/slideLayout_80000033_CB28439.xml.rels><?xml version="1.0" encoding="UTF-8" standalone="yes"?>
<Relationships xmlns="http://schemas.openxmlformats.org/package/2006/relationships"><Relationship Id="rId1" Type="http://schemas.openxmlformats.org/officeDocument/2006/relationships/slideMaster" Target="../slideMasters/slideMaster_80000000_163CE6E3.xml"/></Relationships>
</file>

<file path=ppt/slideLayouts/_rels/slideLayout_80000034_AE7B407B.xml.rels><?xml version="1.0" encoding="UTF-8" standalone="yes"?>
<Relationships xmlns="http://schemas.openxmlformats.org/package/2006/relationships"><Relationship Id="rId1" Type="http://schemas.openxmlformats.org/officeDocument/2006/relationships/slideMaster" Target="../slideMasters/slideMaster_80000000_163CE6E3.xml"/></Relationships>
</file>

<file path=ppt/slideLayouts/_rels/slideLayout_80000035_46578F6C.xml.rels><?xml version="1.0" encoding="UTF-8" standalone="yes"?>
<Relationships xmlns="http://schemas.openxmlformats.org/package/2006/relationships"><Relationship Id="rId1" Type="http://schemas.openxmlformats.org/officeDocument/2006/relationships/slideMaster" Target="../slideMasters/slideMaster_80000000_163CE6E3.xml"/></Relationships>
</file>

<file path=ppt/slideLayouts/_rels/slideLayout_80000036_D2F64912.xml.rels><?xml version="1.0" encoding="UTF-8" standalone="yes"?>
<Relationships xmlns="http://schemas.openxmlformats.org/package/2006/relationships"><Relationship Id="rId1" Type="http://schemas.openxmlformats.org/officeDocument/2006/relationships/slideMaster" Target="../slideMasters/slideMaster_80000000_163CE6E3.xml"/></Relationships>
</file>

<file path=ppt/slideLayouts/_rels/slideLayout_80000037_B7856769.xml.rels><?xml version="1.0" encoding="UTF-8" standalone="yes"?>
<Relationships xmlns="http://schemas.openxmlformats.org/package/2006/relationships"><Relationship Id="rId1" Type="http://schemas.openxmlformats.org/officeDocument/2006/relationships/slideMaster" Target="../slideMasters/slideMaster_80000000_163CE6E3.xml"/></Relationships>
</file>

<file path=ppt/slideLayouts/_rels/slideLayout_80000038_D1A3AAB5.xml.rels><?xml version="1.0" encoding="UTF-8" standalone="yes"?>
<Relationships xmlns="http://schemas.openxmlformats.org/package/2006/relationships"><Relationship Id="rId1" Type="http://schemas.openxmlformats.org/officeDocument/2006/relationships/slideMaster" Target="../slideMasters/slideMaster_80000000_163CE6E3.xml"/></Relationships>
</file>

<file path=ppt/slideLayouts/_rels/slideLayout_80000039_4B29ADFA.xml.rels><?xml version="1.0" encoding="UTF-8" standalone="yes"?>
<Relationships xmlns="http://schemas.openxmlformats.org/package/2006/relationships"><Relationship Id="rId1" Type="http://schemas.openxmlformats.org/officeDocument/2006/relationships/slideMaster" Target="../slideMasters/slideMaster_80000000_163CE6E3.xml"/></Relationships>
</file>

<file path=ppt/slideLayouts/slideLayout_8000000A_8194DAC0.xml><?xml version="1.0" encoding="utf-8"?>
<p:sldLayout xmlns:a="http://schemas.openxmlformats.org/drawingml/2006/main" xmlns:r="http://schemas.openxmlformats.org/officeDocument/2006/relationships" xmlns:p="http://schemas.openxmlformats.org/presentationml/2006/main" preserve="1">
  <p:cSld name="Agenda">
    <p:bg>
      <p:bgRef idx="1001">
        <a:schemeClr val="bg1"/>
      </p:bgRef>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3DF4C684-CDD4-5CA8-12DC-BB0C4BFE21EA}"/>
              </a:ext>
              <a:ext uri="{C183D7F6-B498-43B3-948B-1728B52AA6E4}">
                <adec:decorative xmlns:adec="http://schemas.microsoft.com/office/drawing/2017/decorative" val="1"/>
              </a:ext>
            </a:extLst>
          </p:cNvPr>
          <p:cNvGrpSpPr/>
          <p:nvPr/>
        </p:nvGrpSpPr>
        <p:grpSpPr>
          <a:xfrm>
            <a:off x="0" y="-4329"/>
            <a:ext cx="5056093" cy="6869586"/>
            <a:chOff x="5171844" y="-11586"/>
            <a:chExt cx="7020159" cy="6869586"/>
          </a:xfrm>
        </p:grpSpPr>
        <p:sp>
          <p:nvSpPr>
            <p:cNvPr id="4" name="Rectangle 3">
              <a:extLst>
                <a:ext uri="{FF2B5EF4-FFF2-40B4-BE49-F238E27FC236}">
                  <a16:creationId xmlns:a16="http://schemas.microsoft.com/office/drawing/2014/main" id="{F6ECDBF0-A1F0-37B6-C87A-8687287F7950}"/>
                </a:ext>
              </a:extLst>
            </p:cNvPr>
            <p:cNvSpPr/>
            <p:nvPr/>
          </p:nvSpPr>
          <p:spPr>
            <a:xfrm>
              <a:off x="5171848" y="-11580"/>
              <a:ext cx="7020152" cy="6869579"/>
            </a:xfrm>
            <a:prstGeom prst="rect">
              <a:avLst/>
            </a:prstGeom>
            <a:gradFill>
              <a:gsLst>
                <a:gs pos="7000">
                  <a:schemeClr val="accent2"/>
                </a:gs>
                <a:gs pos="100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360F90E0-14F7-6838-2C0A-149459C1D143}"/>
                </a:ext>
              </a:extLst>
            </p:cNvPr>
            <p:cNvSpPr/>
            <p:nvPr/>
          </p:nvSpPr>
          <p:spPr>
            <a:xfrm rot="10800000">
              <a:off x="6351336" y="876304"/>
              <a:ext cx="5840664" cy="5981696"/>
            </a:xfrm>
            <a:prstGeom prst="rect">
              <a:avLst/>
            </a:prstGeom>
            <a:gradFill flip="none" rotWithShape="1">
              <a:gsLst>
                <a:gs pos="0">
                  <a:schemeClr val="accent5">
                    <a:lumMod val="75000"/>
                  </a:schemeClr>
                </a:gs>
                <a:gs pos="60000">
                  <a:schemeClr val="accent5">
                    <a:lumMod val="60000"/>
                    <a:lumOff val="40000"/>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0" name="Rectangle 9">
              <a:extLst>
                <a:ext uri="{FF2B5EF4-FFF2-40B4-BE49-F238E27FC236}">
                  <a16:creationId xmlns:a16="http://schemas.microsoft.com/office/drawing/2014/main" id="{7578B55F-B3C4-0B70-7EAE-5FBFD3308543}"/>
                </a:ext>
              </a:extLst>
            </p:cNvPr>
            <p:cNvSpPr/>
            <p:nvPr/>
          </p:nvSpPr>
          <p:spPr>
            <a:xfrm>
              <a:off x="5171844" y="-11586"/>
              <a:ext cx="5171848" cy="6869586"/>
            </a:xfrm>
            <a:prstGeom prst="rect">
              <a:avLst/>
            </a:prstGeom>
            <a:gradFill flip="none" rotWithShape="1">
              <a:gsLst>
                <a:gs pos="3000">
                  <a:schemeClr val="accent2">
                    <a:alpha val="70000"/>
                  </a:schemeClr>
                </a:gs>
                <a:gs pos="42000">
                  <a:schemeClr val="accent2">
                    <a:alpha val="0"/>
                  </a:schemeClr>
                </a:gs>
              </a:gsLst>
              <a:lin ang="3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FFBDE35-AEB9-6AFE-BC7A-79FEFBB51D0A}"/>
                </a:ext>
              </a:extLst>
            </p:cNvPr>
            <p:cNvSpPr/>
            <p:nvPr/>
          </p:nvSpPr>
          <p:spPr>
            <a:xfrm rot="16200000">
              <a:off x="6042356" y="708353"/>
              <a:ext cx="6869583" cy="5429710"/>
            </a:xfrm>
            <a:prstGeom prst="rect">
              <a:avLst/>
            </a:prstGeom>
            <a:gradFill>
              <a:gsLst>
                <a:gs pos="0">
                  <a:schemeClr val="accent5">
                    <a:alpha val="86000"/>
                  </a:schemeClr>
                </a:gs>
                <a:gs pos="57000">
                  <a:schemeClr val="accent2">
                    <a:alpha val="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58368" y="2103120"/>
            <a:ext cx="3666744" cy="2624328"/>
          </a:xfrm>
          <a:noFill/>
        </p:spPr>
        <p:txBody>
          <a:bodyPr anchor="ctr">
            <a:normAutofit/>
          </a:bodyPr>
          <a:lstStyle>
            <a:lvl1pPr algn="ctr">
              <a:defRPr sz="4800">
                <a:solidFill>
                  <a:schemeClr val="bg1"/>
                </a:solidFill>
              </a:defRPr>
            </a:lvl1pPr>
          </a:lstStyle>
          <a:p>
            <a:r>
              <a:rPr lang="en-US"/>
              <a:t>Click to edit Master title style</a:t>
            </a:r>
          </a:p>
        </p:txBody>
      </p:sp>
      <p:sp>
        <p:nvSpPr>
          <p:cNvPr id="8" name="Footer Placeholder 7">
            <a:extLst>
              <a:ext uri="{FF2B5EF4-FFF2-40B4-BE49-F238E27FC236}">
                <a16:creationId xmlns:a16="http://schemas.microsoft.com/office/drawing/2014/main" id="{19E554EC-D104-642A-5E42-E4CFB243523F}"/>
              </a:ext>
            </a:extLst>
          </p:cNvPr>
          <p:cNvSpPr>
            <a:spLocks noGrp="1"/>
          </p:cNvSpPr>
          <p:nvPr>
            <p:ph type="ftr" sz="quarter" idx="15"/>
          </p:nvPr>
        </p:nvSpPr>
        <p:spPr/>
        <p:txBody>
          <a:bodyPr/>
          <a:lstStyle>
            <a:lvl1pPr>
              <a:defRPr>
                <a:solidFill>
                  <a:schemeClr val="bg1"/>
                </a:solidFill>
              </a:defRPr>
            </a:lvl1pPr>
          </a:lstStyle>
          <a:p>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057702" y="877824"/>
            <a:ext cx="5509458" cy="5102352"/>
          </a:xfrm>
        </p:spPr>
        <p:txBody>
          <a:bodyPr vert="horz" lIns="91440" tIns="45720" rIns="91440" bIns="45720" rtlCol="0" anchor="ctr">
            <a:normAutofit/>
          </a:bodyPr>
          <a:lstStyle>
            <a:lvl1pPr marL="457200" indent="-457200">
              <a:buFont typeface="+mj-lt"/>
              <a:buAutoNum type="arabicPeriod"/>
              <a:defRPr lang="en-US" sz="2000" dirty="0"/>
            </a:lvl1pPr>
            <a:lvl2pPr marL="571500" indent="-342900">
              <a:buFont typeface="+mj-lt"/>
              <a:buAutoNum type="arabicPeriod"/>
              <a:defRPr lang="en-US" sz="1800" dirty="0"/>
            </a:lvl2pPr>
            <a:lvl3pPr marL="800100" indent="-342900">
              <a:buFont typeface="+mj-lt"/>
              <a:buAutoNum type="arabicPeriod"/>
              <a:defRPr lang="en-US" sz="1600" dirty="0"/>
            </a:lvl3pPr>
            <a:lvl4pPr>
              <a:buFont typeface="+mj-lt"/>
              <a:buAutoNum type="arabicPeriod"/>
              <a:defRPr lang="en-US" sz="1400" dirty="0"/>
            </a:lvl4pPr>
            <a:lvl5pPr>
              <a:buFont typeface="+mj-lt"/>
              <a:buAutoNum type="arabicPeriod"/>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a:extLst>
              <a:ext uri="{FF2B5EF4-FFF2-40B4-BE49-F238E27FC236}">
                <a16:creationId xmlns:a16="http://schemas.microsoft.com/office/drawing/2014/main" id="{C3B19A28-AC79-CF20-C703-D6B27C01698A}"/>
              </a:ext>
            </a:extLst>
          </p:cNvPr>
          <p:cNvSpPr>
            <a:spLocks noGrp="1"/>
          </p:cNvSpPr>
          <p:nvPr>
            <p:ph type="dt" sz="half" idx="14"/>
          </p:nvPr>
        </p:nvSpPr>
        <p:spPr/>
        <p:txBody>
          <a:bodyPr/>
          <a:lstStyle/>
          <a:p>
            <a:fld id="{3AEEF7F6-ECFE-4473-B3E9-C91BE833927A}" type="datetimeFigureOut">
              <a:rPr lang="en-US" smtClean="0"/>
              <a:t/>
            </a:fld>
            <a:endParaRPr lang="en-US"/>
          </a:p>
        </p:txBody>
      </p:sp>
      <p:sp>
        <p:nvSpPr>
          <p:cNvPr id="9" name="Slide Number Placeholder 8">
            <a:extLst>
              <a:ext uri="{FF2B5EF4-FFF2-40B4-BE49-F238E27FC236}">
                <a16:creationId xmlns:a16="http://schemas.microsoft.com/office/drawing/2014/main" id="{47E23A16-5291-F71A-D460-81EE611EA8B8}"/>
              </a:ext>
            </a:extLst>
          </p:cNvPr>
          <p:cNvSpPr>
            <a:spLocks noGrp="1"/>
          </p:cNvSpPr>
          <p:nvPr>
            <p:ph type="sldNum" sz="quarter" idx="16"/>
          </p:nvPr>
        </p:nvSpPr>
        <p:spPr/>
        <p:txBody>
          <a:bodyPr/>
          <a:lstStyle/>
          <a:p>
            <a:fld id="{5DAD859A-2C66-45B9-9A71-3CF205EC2D4A}" type="slidenum">
              <a:rPr lang="en-US" smtClean="0"/>
              <a:t/>
            </a:fld>
            <a:endParaRPr lang="en-US"/>
          </a:p>
        </p:txBody>
      </p:sp>
    </p:spTree>
    <p:extLst>
      <p:ext uri="{BB962C8B-B14F-4D97-AF65-F5344CB8AC3E}">
        <p14:creationId xmlns:p14="http://schemas.microsoft.com/office/powerpoint/2010/main" val="2174016192"/>
      </p:ext>
    </p:extLst>
  </p:cSld>
  <p:clrMapOvr>
    <a:overrideClrMapping bg1="lt1" tx1="dk1" bg2="lt2" tx2="dk2" accent1="accent1" accent2="accent2" accent3="accent3" accent4="accent4" accent5="accent5" accent6="accent6" hlink="hlink" folHlink="folHlink"/>
  </p:clrMapOvr>
</p:sldLayout>
</file>

<file path=ppt/slideLayouts/slideLayout_8000000B_F9E9733D.xml><?xml version="1.0" encoding="utf-8"?>
<p:sldLayout xmlns:a="http://schemas.openxmlformats.org/drawingml/2006/main" xmlns:r="http://schemas.openxmlformats.org/officeDocument/2006/relationships" xmlns:p="http://schemas.openxmlformats.org/presentationml/2006/main" preserve="1">
  <p:cSld name="Agenda with Picture">
    <p:bg>
      <p:bgRef idx="1001">
        <a:schemeClr val="bg1"/>
      </p:bgRef>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89BA5514-C4EC-5772-F451-90A91C385D21}"/>
              </a:ext>
              <a:ext uri="{C183D7F6-B498-43B3-948B-1728B52AA6E4}">
                <adec:decorative xmlns:adec="http://schemas.microsoft.com/office/drawing/2017/decorative" val="1"/>
              </a:ext>
            </a:extLst>
          </p:cNvPr>
          <p:cNvGrpSpPr/>
          <p:nvPr/>
        </p:nvGrpSpPr>
        <p:grpSpPr>
          <a:xfrm>
            <a:off x="0" y="0"/>
            <a:ext cx="123362" cy="6858000"/>
            <a:chOff x="12068638" y="0"/>
            <a:chExt cx="123362" cy="6858000"/>
          </a:xfrm>
        </p:grpSpPr>
        <p:sp>
          <p:nvSpPr>
            <p:cNvPr id="4" name="Rectangle 3">
              <a:extLst>
                <a:ext uri="{FF2B5EF4-FFF2-40B4-BE49-F238E27FC236}">
                  <a16:creationId xmlns:a16="http://schemas.microsoft.com/office/drawing/2014/main" id="{1C95E155-D254-47EB-52CD-C66E0A29E9AB}"/>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Light"/>
                <a:ea typeface="+mn-ea"/>
                <a:cs typeface="+mn-cs"/>
              </a:endParaRPr>
            </a:p>
          </p:txBody>
        </p:sp>
        <p:sp>
          <p:nvSpPr>
            <p:cNvPr id="5" name="Rectangle 4">
              <a:extLst>
                <a:ext uri="{FF2B5EF4-FFF2-40B4-BE49-F238E27FC236}">
                  <a16:creationId xmlns:a16="http://schemas.microsoft.com/office/drawing/2014/main" id="{B947EE6D-F09F-E804-C40C-AB228BDE8E64}"/>
                </a:ext>
              </a:extLst>
            </p:cNvPr>
            <p:cNvSpPr/>
            <p:nvPr/>
          </p:nvSpPr>
          <p:spPr>
            <a:xfrm>
              <a:off x="12068638" y="3527553"/>
              <a:ext cx="123362" cy="3330447"/>
            </a:xfrm>
            <a:prstGeom prst="rect">
              <a:avLst/>
            </a:prstGeom>
            <a:gradFill>
              <a:gsLst>
                <a:gs pos="19000">
                  <a:schemeClr val="accent5">
                    <a:lumMod val="60000"/>
                    <a:lumOff val="40000"/>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Light"/>
                <a:ea typeface="+mn-ea"/>
                <a:cs typeface="+mn-cs"/>
              </a:endParaRPr>
            </a:p>
          </p:txBody>
        </p:sp>
      </p:gr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272783" y="722376"/>
            <a:ext cx="5138927" cy="1581912"/>
          </a:xfrm>
        </p:spPr>
        <p:txBody>
          <a:bodyPr vert="horz" lIns="91440" tIns="45720" rIns="91440" bIns="45720" rtlCol="0" anchor="b">
            <a:normAutofit/>
          </a:bodyPr>
          <a:lstStyle>
            <a:lvl1pPr>
              <a:defRPr lang="en-US" sz="6000" dirty="0">
                <a:gradFill>
                  <a:gsLst>
                    <a:gs pos="0">
                      <a:schemeClr val="accent2"/>
                    </a:gs>
                    <a:gs pos="100000">
                      <a:schemeClr val="accent5"/>
                    </a:gs>
                  </a:gsLst>
                  <a:lin ang="12000000" scaled="0"/>
                </a:gradFill>
              </a:defRPr>
            </a:lvl1pPr>
          </a:lstStyle>
          <a:p>
            <a:pPr lvl="0"/>
            <a:r>
              <a:rPr lang="en-US"/>
              <a:t>Click to edit Master title style</a:t>
            </a:r>
          </a:p>
        </p:txBody>
      </p:sp>
      <p:sp>
        <p:nvSpPr>
          <p:cNvPr id="11" name="Picture Placeholder 10">
            <a:extLst>
              <a:ext uri="{FF2B5EF4-FFF2-40B4-BE49-F238E27FC236}">
                <a16:creationId xmlns:a16="http://schemas.microsoft.com/office/drawing/2014/main" id="{630EF3B0-9D02-EBD8-2D14-79BF34534AA1}"/>
              </a:ext>
            </a:extLst>
          </p:cNvPr>
          <p:cNvSpPr>
            <a:spLocks noGrp="1"/>
          </p:cNvSpPr>
          <p:nvPr>
            <p:ph type="pic" sz="quarter" idx="17" hasCustomPrompt="1"/>
          </p:nvPr>
        </p:nvSpPr>
        <p:spPr>
          <a:xfrm>
            <a:off x="119307" y="0"/>
            <a:ext cx="5413248" cy="6858000"/>
          </a:xfrm>
          <a:blipFill>
            <a:blip r:embed="rId2">
              <a:alphaModFix amt="70000"/>
            </a:blip>
            <a:stretch>
              <a:fillRect/>
            </a:stretch>
          </a:blipFill>
        </p:spPr>
        <p:txBody>
          <a:bodyPr/>
          <a:lstStyle>
            <a:lvl1pPr marL="0" indent="0">
              <a:buNone/>
              <a:defRPr/>
            </a:lvl1pPr>
          </a:lstStyle>
          <a:p>
            <a:r>
              <a:rPr lang="en-US"/>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272784" y="2834640"/>
            <a:ext cx="5138928" cy="2999232"/>
          </a:xfrm>
        </p:spPr>
        <p:txBody>
          <a:bodyPr vert="horz" lIns="91440" tIns="45720" rIns="91440" bIns="45720" rtlCol="0" anchor="b">
            <a:normAutofit/>
          </a:bodyPr>
          <a:lstStyle>
            <a:lvl1pPr marL="457200" indent="-457200">
              <a:buFont typeface="+mj-lt"/>
              <a:buAutoNum type="arabicPeriod"/>
              <a:defRPr lang="en-US" sz="2000" dirty="0"/>
            </a:lvl1pPr>
            <a:lvl2pPr marL="571500" indent="-342900">
              <a:buFont typeface="+mj-lt"/>
              <a:buAutoNum type="arabicPeriod"/>
              <a:defRPr lang="en-US" sz="1800" dirty="0"/>
            </a:lvl2pPr>
            <a:lvl3pPr marL="800100" indent="-342900">
              <a:buFont typeface="+mj-lt"/>
              <a:buAutoNum type="arabicPeriod"/>
              <a:defRPr lang="en-US" sz="1600" dirty="0"/>
            </a:lvl3pPr>
            <a:lvl4pPr>
              <a:buFont typeface="+mj-lt"/>
              <a:buAutoNum type="arabicPeriod"/>
              <a:defRPr lang="en-US" sz="1400" dirty="0"/>
            </a:lvl4pPr>
            <a:lvl5pPr>
              <a:buFont typeface="+mj-lt"/>
              <a:buAutoNum type="arabicPeriod"/>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a:extLst>
              <a:ext uri="{FF2B5EF4-FFF2-40B4-BE49-F238E27FC236}">
                <a16:creationId xmlns:a16="http://schemas.microsoft.com/office/drawing/2014/main" id="{19E554EC-D104-642A-5E42-E4CFB243523F}"/>
              </a:ext>
            </a:extLst>
          </p:cNvPr>
          <p:cNvSpPr>
            <a:spLocks noGrp="1"/>
          </p:cNvSpPr>
          <p:nvPr>
            <p:ph type="ftr" sz="quarter" idx="15"/>
          </p:nvPr>
        </p:nvSpPr>
        <p:spPr>
          <a:xfrm>
            <a:off x="6272784" y="6318504"/>
            <a:ext cx="3569956" cy="365760"/>
          </a:xfrm>
        </p:spPr>
        <p:txBody>
          <a:bodyPr/>
          <a:lstStyle/>
          <a:p>
            <a:endParaRPr lang="en-US"/>
          </a:p>
        </p:txBody>
      </p:sp>
      <p:sp>
        <p:nvSpPr>
          <p:cNvPr id="6" name="Date Placeholder 5">
            <a:extLst>
              <a:ext uri="{FF2B5EF4-FFF2-40B4-BE49-F238E27FC236}">
                <a16:creationId xmlns:a16="http://schemas.microsoft.com/office/drawing/2014/main" id="{C3B19A28-AC79-CF20-C703-D6B27C01698A}"/>
              </a:ext>
            </a:extLst>
          </p:cNvPr>
          <p:cNvSpPr>
            <a:spLocks noGrp="1"/>
          </p:cNvSpPr>
          <p:nvPr>
            <p:ph type="dt" sz="half" idx="14"/>
          </p:nvPr>
        </p:nvSpPr>
        <p:spPr>
          <a:xfrm>
            <a:off x="10075652" y="6318504"/>
            <a:ext cx="1491507" cy="365760"/>
          </a:xfrm>
        </p:spPr>
        <p:txBody>
          <a:bodyPr/>
          <a:lstStyle/>
          <a:p>
            <a:fld id="{3AEEF7F6-ECFE-4473-B3E9-C91BE833927A}" type="datetimeFigureOut">
              <a:rPr lang="en-US" smtClean="0"/>
              <a:t/>
            </a:fld>
            <a:endParaRPr lang="en-US"/>
          </a:p>
        </p:txBody>
      </p:sp>
      <p:sp>
        <p:nvSpPr>
          <p:cNvPr id="9" name="Slide Number Placeholder 8">
            <a:extLst>
              <a:ext uri="{FF2B5EF4-FFF2-40B4-BE49-F238E27FC236}">
                <a16:creationId xmlns:a16="http://schemas.microsoft.com/office/drawing/2014/main" id="{47E23A16-5291-F71A-D460-81EE611EA8B8}"/>
              </a:ext>
            </a:extLst>
          </p:cNvPr>
          <p:cNvSpPr>
            <a:spLocks noGrp="1"/>
          </p:cNvSpPr>
          <p:nvPr>
            <p:ph type="sldNum" sz="quarter" idx="16"/>
          </p:nvPr>
        </p:nvSpPr>
        <p:spPr/>
        <p:txBody>
          <a:bodyPr/>
          <a:lstStyle/>
          <a:p>
            <a:fld id="{5DAD859A-2C66-45B9-9A71-3CF205EC2D4A}" type="slidenum">
              <a:rPr lang="en-US" smtClean="0"/>
              <a:t/>
            </a:fld>
            <a:endParaRPr lang="en-US"/>
          </a:p>
        </p:txBody>
      </p:sp>
    </p:spTree>
    <p:extLst>
      <p:ext uri="{BB962C8B-B14F-4D97-AF65-F5344CB8AC3E}">
        <p14:creationId xmlns:p14="http://schemas.microsoft.com/office/powerpoint/2010/main" val="4192826173"/>
      </p:ext>
    </p:extLst>
  </p:cSld>
  <p:clrMapOvr>
    <a:overrideClrMapping bg1="lt1" tx1="dk1" bg2="lt2" tx2="dk2" accent1="accent1" accent2="accent2" accent3="accent3" accent4="accent4" accent5="accent5" accent6="accent6" hlink="hlink" folHlink="folHlink"/>
  </p:clrMapOvr>
</p:sldLayout>
</file>

<file path=ppt/slideLayouts/slideLayout_8000001A_39F7B2DC.xml><?xml version="1.0" encoding="utf-8"?>
<p:sldLayout xmlns:a="http://schemas.openxmlformats.org/drawingml/2006/main" xmlns:r="http://schemas.openxmlformats.org/officeDocument/2006/relationships" xmlns:p="http://schemas.openxmlformats.org/presentationml/2006/main" preserve="1">
  <p:cSld name="Content 4">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50675FE4-1839-CB8F-7574-8FBCED9706D1}"/>
              </a:ext>
              <a:ext uri="{C183D7F6-B498-43B3-948B-1728B52AA6E4}">
                <adec:decorative xmlns:adec="http://schemas.microsoft.com/office/drawing/2017/decorative" val="1"/>
              </a:ext>
            </a:extLst>
          </p:cNvPr>
          <p:cNvGrpSpPr/>
          <p:nvPr/>
        </p:nvGrpSpPr>
        <p:grpSpPr>
          <a:xfrm rot="10800000">
            <a:off x="0" y="6743026"/>
            <a:ext cx="12207200" cy="123363"/>
            <a:chOff x="-5025" y="6737718"/>
            <a:chExt cx="12207200" cy="123363"/>
          </a:xfrm>
        </p:grpSpPr>
        <p:sp>
          <p:nvSpPr>
            <p:cNvPr id="9" name="Rectangle 8">
              <a:extLst>
                <a:ext uri="{FF2B5EF4-FFF2-40B4-BE49-F238E27FC236}">
                  <a16:creationId xmlns:a16="http://schemas.microsoft.com/office/drawing/2014/main" id="{1C309010-BB96-4CE9-3A39-43FA59198DD0}"/>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2D5C3E8-4075-EEED-D3DC-B1B0DCD9F940}"/>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722376"/>
            <a:ext cx="7214616" cy="1280160"/>
          </a:xfrm>
        </p:spPr>
        <p:txBody>
          <a:bodyPr anchor="t">
            <a:normAutofit/>
          </a:bodyPr>
          <a:lstStyle>
            <a:lvl1pPr>
              <a:defRPr sz="4000">
                <a:gradFill>
                  <a:gsLst>
                    <a:gs pos="0">
                      <a:schemeClr val="accent5"/>
                    </a:gs>
                    <a:gs pos="100000">
                      <a:schemeClr val="accent2"/>
                    </a:gs>
                  </a:gsLst>
                  <a:lin ang="13800000" scaled="0"/>
                </a:gradFill>
              </a:defRPr>
            </a:lvl1pPr>
          </a:lstStyle>
          <a:p>
            <a:r>
              <a:rPr lang="en-US"/>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3922776" y="2240280"/>
            <a:ext cx="7349947" cy="372160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Footer Placeholder 11">
            <a:extLst>
              <a:ext uri="{FF2B5EF4-FFF2-40B4-BE49-F238E27FC236}">
                <a16:creationId xmlns:a16="http://schemas.microsoft.com/office/drawing/2014/main" id="{4A089F15-F7A9-6130-79CF-D853C6B4B742}"/>
              </a:ext>
            </a:extLst>
          </p:cNvPr>
          <p:cNvSpPr>
            <a:spLocks noGrp="1"/>
          </p:cNvSpPr>
          <p:nvPr>
            <p:ph type="ftr" sz="quarter" idx="15"/>
          </p:nvPr>
        </p:nvSpPr>
        <p:spPr/>
        <p:txBody>
          <a:bodyPr/>
          <a:lstStyle/>
          <a:p>
            <a:endParaRPr lang="en-US"/>
          </a:p>
        </p:txBody>
      </p:sp>
      <p:sp>
        <p:nvSpPr>
          <p:cNvPr id="11" name="Date Placeholder 10">
            <a:extLst>
              <a:ext uri="{FF2B5EF4-FFF2-40B4-BE49-F238E27FC236}">
                <a16:creationId xmlns:a16="http://schemas.microsoft.com/office/drawing/2014/main" id="{65C79459-C978-FF61-F7FC-DC5D1F170174}"/>
              </a:ext>
            </a:extLst>
          </p:cNvPr>
          <p:cNvSpPr>
            <a:spLocks noGrp="1"/>
          </p:cNvSpPr>
          <p:nvPr>
            <p:ph type="dt" sz="half" idx="14"/>
          </p:nvPr>
        </p:nvSpPr>
        <p:spPr/>
        <p:txBody>
          <a:bodyPr/>
          <a:lstStyle/>
          <a:p>
            <a:fld id="{3AEEF7F6-ECFE-4473-B3E9-C91BE833927A}" type="datetimeFigureOut">
              <a:rPr lang="en-US" smtClean="0"/>
              <a:t/>
            </a:fld>
            <a:endParaRPr lang="en-US"/>
          </a:p>
        </p:txBody>
      </p:sp>
      <p:sp>
        <p:nvSpPr>
          <p:cNvPr id="13" name="Slide Number Placeholder 12">
            <a:extLst>
              <a:ext uri="{FF2B5EF4-FFF2-40B4-BE49-F238E27FC236}">
                <a16:creationId xmlns:a16="http://schemas.microsoft.com/office/drawing/2014/main" id="{BFFBCCE1-48C7-7734-891D-F4664CC97B6C}"/>
              </a:ext>
            </a:extLst>
          </p:cNvPr>
          <p:cNvSpPr>
            <a:spLocks noGrp="1"/>
          </p:cNvSpPr>
          <p:nvPr>
            <p:ph type="sldNum" sz="quarter" idx="16"/>
          </p:nvPr>
        </p:nvSpPr>
        <p:spPr/>
        <p:txBody>
          <a:bodyPr/>
          <a:lstStyle/>
          <a:p>
            <a:fld id="{5DAD859A-2C66-45B9-9A71-3CF205EC2D4A}" type="slidenum">
              <a:rPr lang="en-US" smtClean="0"/>
              <a:t/>
            </a:fld>
            <a:endParaRPr lang="en-US"/>
          </a:p>
        </p:txBody>
      </p:sp>
    </p:spTree>
    <p:extLst>
      <p:ext uri="{BB962C8B-B14F-4D97-AF65-F5344CB8AC3E}">
        <p14:creationId xmlns:p14="http://schemas.microsoft.com/office/powerpoint/2010/main" val="972534492"/>
      </p:ext>
    </p:extLst>
  </p:cSld>
  <p:clrMapOvr>
    <a:masterClrMapping/>
  </p:clrMapOvr>
</p:sldLayout>
</file>

<file path=ppt/slideLayouts/slideLayout_8000001B_58A18273.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43A83600-30C4-2F21-93C5-D07537A39648}"/>
              </a:ext>
              <a:ext uri="{C183D7F6-B498-43B3-948B-1728B52AA6E4}">
                <adec:decorative xmlns:adec="http://schemas.microsoft.com/office/drawing/2017/decorative" val="1"/>
              </a:ext>
            </a:extLst>
          </p:cNvPr>
          <p:cNvGrpSpPr/>
          <p:nvPr/>
        </p:nvGrpSpPr>
        <p:grpSpPr>
          <a:xfrm rot="10800000">
            <a:off x="0" y="6743026"/>
            <a:ext cx="12207200" cy="123363"/>
            <a:chOff x="-5025" y="6737718"/>
            <a:chExt cx="12207200" cy="123363"/>
          </a:xfrm>
        </p:grpSpPr>
        <p:sp>
          <p:nvSpPr>
            <p:cNvPr id="11" name="Rectangle 10">
              <a:extLst>
                <a:ext uri="{FF2B5EF4-FFF2-40B4-BE49-F238E27FC236}">
                  <a16:creationId xmlns:a16="http://schemas.microsoft.com/office/drawing/2014/main" id="{BA1F9F49-F979-53D6-3ED8-352816078D4C}"/>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4745F95-9BA3-B7A5-F004-E2BB1CFFE2F8}"/>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640080"/>
            <a:ext cx="4215384" cy="3136392"/>
          </a:xfrm>
        </p:spPr>
        <p:txBody>
          <a:bodyPr anchor="t">
            <a:normAutofit/>
          </a:bodyPr>
          <a:lstStyle>
            <a:lvl1pPr>
              <a:defRPr sz="3200">
                <a:gradFill>
                  <a:gsLst>
                    <a:gs pos="0">
                      <a:schemeClr val="accent5"/>
                    </a:gs>
                    <a:gs pos="100000">
                      <a:schemeClr val="accent2"/>
                    </a:gs>
                  </a:gsLst>
                  <a:lin ang="13800000" scaled="0"/>
                </a:gradFill>
              </a:defRPr>
            </a:lvl1pPr>
          </a:lstStyle>
          <a:p>
            <a:r>
              <a:rPr lang="en-US"/>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568696" y="640080"/>
            <a:ext cx="5998464" cy="5696712"/>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p:txBody>
          <a:bodyPr/>
          <a:lstStyle/>
          <a:p>
            <a:endParaRPr lang="en-US"/>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3AEEF7F6-ECFE-4473-B3E9-C91BE833927A}" type="datetimeFigureOut">
              <a:rPr lang="en-US" smtClean="0"/>
              <a:t/>
            </a:fld>
            <a:endParaRPr lang="en-US"/>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5DAD859A-2C66-45B9-9A71-3CF205EC2D4A}" type="slidenum">
              <a:rPr lang="en-US" smtClean="0"/>
              <a:t/>
            </a:fld>
            <a:endParaRPr lang="en-US"/>
          </a:p>
        </p:txBody>
      </p:sp>
    </p:spTree>
    <p:extLst>
      <p:ext uri="{BB962C8B-B14F-4D97-AF65-F5344CB8AC3E}">
        <p14:creationId xmlns:p14="http://schemas.microsoft.com/office/powerpoint/2010/main" val="1486979699"/>
      </p:ext>
    </p:extLst>
  </p:cSld>
  <p:clrMapOvr>
    <a:masterClrMapping/>
  </p:clrMapOvr>
</p:sldLayout>
</file>

<file path=ppt/slideLayouts/slideLayout_8000001C_3350DA09.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F604B371-347D-80EC-2C2C-C69CD2EF7B9D}"/>
              </a:ext>
              <a:ext uri="{C183D7F6-B498-43B3-948B-1728B52AA6E4}">
                <adec:decorative xmlns:adec="http://schemas.microsoft.com/office/drawing/2017/decorative" val="1"/>
              </a:ext>
            </a:extLst>
          </p:cNvPr>
          <p:cNvGrpSpPr/>
          <p:nvPr/>
        </p:nvGrpSpPr>
        <p:grpSpPr>
          <a:xfrm flipV="1">
            <a:off x="12068340" y="0"/>
            <a:ext cx="123362" cy="6858000"/>
            <a:chOff x="12068638" y="0"/>
            <a:chExt cx="123362" cy="6858000"/>
          </a:xfrm>
        </p:grpSpPr>
        <p:sp>
          <p:nvSpPr>
            <p:cNvPr id="5" name="Rectangle 4">
              <a:extLst>
                <a:ext uri="{FF2B5EF4-FFF2-40B4-BE49-F238E27FC236}">
                  <a16:creationId xmlns:a16="http://schemas.microsoft.com/office/drawing/2014/main" id="{3F227FEA-4B4B-3484-7267-B7BD65A4E9BF}"/>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753530AA-F724-4235-0FDF-84595FCBFBC1}"/>
                </a:ext>
              </a:extLst>
            </p:cNvPr>
            <p:cNvSpPr/>
            <p:nvPr/>
          </p:nvSpPr>
          <p:spPr>
            <a:xfrm>
              <a:off x="12068638" y="3527553"/>
              <a:ext cx="123362" cy="3330447"/>
            </a:xfrm>
            <a:prstGeom prst="rect">
              <a:avLst/>
            </a:prstGeom>
            <a:gradFill>
              <a:gsLst>
                <a:gs pos="19000">
                  <a:schemeClr val="accent5">
                    <a:lumMod val="60000"/>
                    <a:lumOff val="40000"/>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621792"/>
            <a:ext cx="10872216" cy="749808"/>
          </a:xfrm>
        </p:spPr>
        <p:txBody>
          <a:bodyPr anchor="ctr">
            <a:normAutofit/>
          </a:bodyPr>
          <a:lstStyle>
            <a:lvl1pPr>
              <a:defRPr sz="3200">
                <a:gradFill>
                  <a:gsLst>
                    <a:gs pos="0">
                      <a:schemeClr val="accent5"/>
                    </a:gs>
                    <a:gs pos="100000">
                      <a:schemeClr val="accent2"/>
                    </a:gs>
                  </a:gsLst>
                  <a:lin ang="13800000" scaled="0"/>
                </a:gradFill>
              </a:defRPr>
            </a:lvl1pPr>
          </a:lstStyle>
          <a:p>
            <a:r>
              <a:rPr lang="en-US"/>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2249424" y="1591056"/>
            <a:ext cx="7772400" cy="438912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p:txBody>
          <a:bodyPr/>
          <a:lstStyle/>
          <a:p>
            <a:endParaRPr lang="en-US"/>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3AEEF7F6-ECFE-4473-B3E9-C91BE833927A}" type="datetimeFigureOut">
              <a:rPr lang="en-US" smtClean="0"/>
              <a:t/>
            </a:fld>
            <a:endParaRPr lang="en-US"/>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5DAD859A-2C66-45B9-9A71-3CF205EC2D4A}" type="slidenum">
              <a:rPr lang="en-US" smtClean="0"/>
              <a:t/>
            </a:fld>
            <a:endParaRPr lang="en-US"/>
          </a:p>
        </p:txBody>
      </p:sp>
    </p:spTree>
    <p:extLst>
      <p:ext uri="{BB962C8B-B14F-4D97-AF65-F5344CB8AC3E}">
        <p14:creationId xmlns:p14="http://schemas.microsoft.com/office/powerpoint/2010/main" val="860936713"/>
      </p:ext>
    </p:extLst>
  </p:cSld>
  <p:clrMapOvr>
    <a:masterClrMapping/>
  </p:clrMapOvr>
</p:sldLayout>
</file>

<file path=ppt/slideLayouts/slideLayout_8000001D_A088A89F.xml><?xml version="1.0" encoding="utf-8"?>
<p:sldLayout xmlns:a="http://schemas.openxmlformats.org/drawingml/2006/main" xmlns:r="http://schemas.openxmlformats.org/officeDocument/2006/relationships" xmlns:p="http://schemas.openxmlformats.org/presentationml/2006/main" preserve="1">
  <p:cSld name="Content 7">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C1155E4-5659-692F-6CDC-095E555AF698}"/>
              </a:ext>
            </a:extLst>
          </p:cNvPr>
          <p:cNvSpPr/>
          <p:nvPr/>
        </p:nvSpPr>
        <p:spPr>
          <a:xfrm rot="5400000" flipH="1">
            <a:off x="5175902" y="-5175894"/>
            <a:ext cx="1855397" cy="12207199"/>
          </a:xfrm>
          <a:prstGeom prst="rect">
            <a:avLst/>
          </a:prstGeom>
          <a:gradFill>
            <a:gsLst>
              <a:gs pos="0">
                <a:schemeClr val="accent5"/>
              </a:gs>
              <a:gs pos="90000">
                <a:schemeClr val="accent2"/>
              </a:gs>
            </a:gsLst>
            <a:lin ang="9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488AFD6F-0EAD-ADCF-CB9A-AB74C59048E1}"/>
              </a:ext>
            </a:extLst>
          </p:cNvPr>
          <p:cNvSpPr/>
          <p:nvPr/>
        </p:nvSpPr>
        <p:spPr>
          <a:xfrm rot="16200000">
            <a:off x="6635246" y="-3716556"/>
            <a:ext cx="1855397" cy="9288510"/>
          </a:xfrm>
          <a:prstGeom prst="rect">
            <a:avLst/>
          </a:prstGeom>
          <a:gradFill>
            <a:gsLst>
              <a:gs pos="45000">
                <a:schemeClr val="accent5">
                  <a:alpha val="0"/>
                </a:schemeClr>
              </a:gs>
              <a:gs pos="100000">
                <a:schemeClr val="accent5">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310896"/>
            <a:ext cx="10872216" cy="1225296"/>
          </a:xfrm>
        </p:spPr>
        <p:txBody>
          <a:bodyPr anchor="ctr">
            <a:normAutofit/>
          </a:bodyPr>
          <a:lstStyle>
            <a:lvl1pPr>
              <a:defRPr sz="3200">
                <a:solidFill>
                  <a:schemeClr val="bg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2249424" y="2313432"/>
            <a:ext cx="8732520" cy="3895344"/>
          </a:xfrm>
        </p:spPr>
        <p:txBody>
          <a:bodyPr vert="horz" lIns="91440" tIns="45720" rIns="91440" bIns="45720" rtlCol="0" anchor="ctr">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p:txBody>
          <a:bodyPr/>
          <a:lstStyle/>
          <a:p>
            <a:endParaRPr lang="en-US"/>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3AEEF7F6-ECFE-4473-B3E9-C91BE833927A}" type="datetimeFigureOut">
              <a:rPr lang="en-US" smtClean="0"/>
              <a:t/>
            </a:fld>
            <a:endParaRPr lang="en-US"/>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5DAD859A-2C66-45B9-9A71-3CF205EC2D4A}" type="slidenum">
              <a:rPr lang="en-US" smtClean="0"/>
              <a:t/>
            </a:fld>
            <a:endParaRPr lang="en-US"/>
          </a:p>
        </p:txBody>
      </p:sp>
    </p:spTree>
    <p:extLst>
      <p:ext uri="{BB962C8B-B14F-4D97-AF65-F5344CB8AC3E}">
        <p14:creationId xmlns:p14="http://schemas.microsoft.com/office/powerpoint/2010/main" val="2693310623"/>
      </p:ext>
    </p:extLst>
  </p:cSld>
  <p:clrMapOvr>
    <a:masterClrMapping/>
  </p:clrMapOvr>
</p:sldLayout>
</file>

<file path=ppt/slideLayouts/slideLayout_8000001E_9C8D1562.xml><?xml version="1.0" encoding="utf-8"?>
<p:sldLayout xmlns:a="http://schemas.openxmlformats.org/drawingml/2006/main" xmlns:r="http://schemas.openxmlformats.org/officeDocument/2006/relationships" xmlns:p="http://schemas.openxmlformats.org/presentationml/2006/main" preserve="1">
  <p:cSld name="Content 8">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1394E45B-1239-5927-7239-231AB33A23C5}"/>
              </a:ext>
              <a:ext uri="{C183D7F6-B498-43B3-948B-1728B52AA6E4}">
                <adec:decorative xmlns:adec="http://schemas.microsoft.com/office/drawing/2017/decorative" val="1"/>
              </a:ext>
            </a:extLst>
          </p:cNvPr>
          <p:cNvGrpSpPr/>
          <p:nvPr/>
        </p:nvGrpSpPr>
        <p:grpSpPr>
          <a:xfrm rot="10800000">
            <a:off x="0" y="6743026"/>
            <a:ext cx="12207200" cy="123363"/>
            <a:chOff x="-5025" y="6737718"/>
            <a:chExt cx="12207200" cy="123363"/>
          </a:xfrm>
        </p:grpSpPr>
        <p:sp>
          <p:nvSpPr>
            <p:cNvPr id="13" name="Rectangle 12">
              <a:extLst>
                <a:ext uri="{FF2B5EF4-FFF2-40B4-BE49-F238E27FC236}">
                  <a16:creationId xmlns:a16="http://schemas.microsoft.com/office/drawing/2014/main" id="{C82CCE1C-1D53-2F67-CA11-693E1CA40CC5}"/>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1C77A3C2-9949-B8A0-8486-8228C60D0C3F}"/>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640080"/>
            <a:ext cx="3493008" cy="3621024"/>
          </a:xfrm>
        </p:spPr>
        <p:txBody>
          <a:bodyPr vert="horz" lIns="91440" tIns="45720" rIns="91440" bIns="45720" rtlCol="0" anchor="t">
            <a:normAutofit/>
          </a:bodyPr>
          <a:lstStyle>
            <a:lvl1pPr>
              <a:defRPr lang="en-US" dirty="0">
                <a:gradFill>
                  <a:gsLst>
                    <a:gs pos="0">
                      <a:schemeClr val="accent5"/>
                    </a:gs>
                    <a:gs pos="100000">
                      <a:schemeClr val="accent2"/>
                    </a:gs>
                  </a:gsLst>
                  <a:lin ang="13800000" scaled="0"/>
                </a:gradFill>
              </a:defRPr>
            </a:lvl1pPr>
          </a:lstStyle>
          <a:p>
            <a:pPr lvl="0"/>
            <a:r>
              <a:rPr lang="en-US"/>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892040" y="640081"/>
            <a:ext cx="6675120" cy="55778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6">
            <a:extLst>
              <a:ext uri="{FF2B5EF4-FFF2-40B4-BE49-F238E27FC236}">
                <a16:creationId xmlns:a16="http://schemas.microsoft.com/office/drawing/2014/main" id="{F3B715D2-E75C-A2E6-CE7A-70CE2EFA5E82}"/>
              </a:ext>
            </a:extLst>
          </p:cNvPr>
          <p:cNvSpPr>
            <a:spLocks noGrp="1"/>
          </p:cNvSpPr>
          <p:nvPr>
            <p:ph type="ftr" sz="quarter" idx="15"/>
          </p:nvPr>
        </p:nvSpPr>
        <p:spPr/>
        <p:txBody>
          <a:bodyPr/>
          <a:lstStyle/>
          <a:p>
            <a:endParaRPr lang="en-US"/>
          </a:p>
        </p:txBody>
      </p:sp>
      <p:sp>
        <p:nvSpPr>
          <p:cNvPr id="3" name="Date Placeholder 2">
            <a:extLst>
              <a:ext uri="{FF2B5EF4-FFF2-40B4-BE49-F238E27FC236}">
                <a16:creationId xmlns:a16="http://schemas.microsoft.com/office/drawing/2014/main" id="{11C4CAAF-9048-5116-D3C8-15E595C3BC25}"/>
              </a:ext>
            </a:extLst>
          </p:cNvPr>
          <p:cNvSpPr>
            <a:spLocks noGrp="1"/>
          </p:cNvSpPr>
          <p:nvPr>
            <p:ph type="dt" sz="half" idx="14"/>
          </p:nvPr>
        </p:nvSpPr>
        <p:spPr/>
        <p:txBody>
          <a:bodyPr/>
          <a:lstStyle/>
          <a:p>
            <a:fld id="{3AEEF7F6-ECFE-4473-B3E9-C91BE833927A}" type="datetimeFigureOut">
              <a:rPr lang="en-US" smtClean="0"/>
              <a:t/>
            </a:fld>
            <a:endParaRPr lang="en-US"/>
          </a:p>
        </p:txBody>
      </p:sp>
      <p:sp>
        <p:nvSpPr>
          <p:cNvPr id="9" name="Slide Number Placeholder 8">
            <a:extLst>
              <a:ext uri="{FF2B5EF4-FFF2-40B4-BE49-F238E27FC236}">
                <a16:creationId xmlns:a16="http://schemas.microsoft.com/office/drawing/2014/main" id="{CBF8E49B-DD4C-66AF-8D2C-52110DB227F6}"/>
              </a:ext>
            </a:extLst>
          </p:cNvPr>
          <p:cNvSpPr>
            <a:spLocks noGrp="1"/>
          </p:cNvSpPr>
          <p:nvPr>
            <p:ph type="sldNum" sz="quarter" idx="16"/>
          </p:nvPr>
        </p:nvSpPr>
        <p:spPr/>
        <p:txBody>
          <a:bodyPr/>
          <a:lstStyle/>
          <a:p>
            <a:fld id="{5DAD859A-2C66-45B9-9A71-3CF205EC2D4A}" type="slidenum">
              <a:rPr lang="en-US" smtClean="0"/>
              <a:t/>
            </a:fld>
            <a:endParaRPr lang="en-US"/>
          </a:p>
        </p:txBody>
      </p:sp>
    </p:spTree>
    <p:extLst>
      <p:ext uri="{BB962C8B-B14F-4D97-AF65-F5344CB8AC3E}">
        <p14:creationId xmlns:p14="http://schemas.microsoft.com/office/powerpoint/2010/main" val="2626491746"/>
      </p:ext>
    </p:extLst>
  </p:cSld>
  <p:clrMapOvr>
    <a:masterClrMapping/>
  </p:clrMapOvr>
</p:sldLayout>
</file>

<file path=ppt/slideLayouts/slideLayout_8000001F_8B414734.xml><?xml version="1.0" encoding="utf-8"?>
<p:sldLayout xmlns:a="http://schemas.openxmlformats.org/drawingml/2006/main" xmlns:r="http://schemas.openxmlformats.org/officeDocument/2006/relationships" xmlns:p="http://schemas.openxmlformats.org/presentationml/2006/main" preserve="1">
  <p:cSld name="Content 9">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F2293C7-9DD5-C84B-6A44-F0D117C4C94B}"/>
              </a:ext>
            </a:extLst>
          </p:cNvPr>
          <p:cNvSpPr/>
          <p:nvPr/>
        </p:nvSpPr>
        <p:spPr>
          <a:xfrm>
            <a:off x="3" y="-4323"/>
            <a:ext cx="4059076" cy="6869579"/>
          </a:xfrm>
          <a:prstGeom prst="rect">
            <a:avLst/>
          </a:prstGeom>
          <a:gradFill>
            <a:gsLst>
              <a:gs pos="7000">
                <a:schemeClr val="accent2"/>
              </a:gs>
              <a:gs pos="100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1C088F0D-A4DE-CAA0-43A6-84E52AD904F3}"/>
              </a:ext>
            </a:extLst>
          </p:cNvPr>
          <p:cNvSpPr/>
          <p:nvPr/>
        </p:nvSpPr>
        <p:spPr>
          <a:xfrm rot="10800000">
            <a:off x="-1" y="1061883"/>
            <a:ext cx="4059079" cy="5803372"/>
          </a:xfrm>
          <a:prstGeom prst="rect">
            <a:avLst/>
          </a:prstGeom>
          <a:gradFill flip="none" rotWithShape="1">
            <a:gsLst>
              <a:gs pos="0">
                <a:schemeClr val="accent5">
                  <a:lumMod val="75000"/>
                </a:schemeClr>
              </a:gs>
              <a:gs pos="60000">
                <a:schemeClr val="accent5">
                  <a:lumMod val="60000"/>
                  <a:lumOff val="40000"/>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6" name="Rectangle 5">
            <a:extLst>
              <a:ext uri="{FF2B5EF4-FFF2-40B4-BE49-F238E27FC236}">
                <a16:creationId xmlns:a16="http://schemas.microsoft.com/office/drawing/2014/main" id="{25CD67E0-1350-1985-A4E1-5215AF902BF2}"/>
              </a:ext>
            </a:extLst>
          </p:cNvPr>
          <p:cNvSpPr/>
          <p:nvPr/>
        </p:nvSpPr>
        <p:spPr>
          <a:xfrm rot="16200000">
            <a:off x="-524095" y="1129367"/>
            <a:ext cx="5716870" cy="3449479"/>
          </a:xfrm>
          <a:prstGeom prst="rect">
            <a:avLst/>
          </a:prstGeom>
          <a:gradFill>
            <a:gsLst>
              <a:gs pos="0">
                <a:schemeClr val="accent5">
                  <a:alpha val="86000"/>
                </a:schemeClr>
              </a:gs>
              <a:gs pos="57000">
                <a:schemeClr val="accent2">
                  <a:alpha val="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640080"/>
            <a:ext cx="3081528" cy="4014216"/>
          </a:xfrm>
        </p:spPr>
        <p:txBody>
          <a:bodyPr vert="horz" lIns="91440" tIns="45720" rIns="91440" bIns="45720" rtlCol="0" anchor="t">
            <a:normAutofit/>
          </a:bodyPr>
          <a:lstStyle>
            <a:lvl1pPr>
              <a:defRPr lang="en-US" dirty="0">
                <a:solidFill>
                  <a:schemeClr val="bg1"/>
                </a:solidFill>
              </a:defRPr>
            </a:lvl1pPr>
          </a:lstStyle>
          <a:p>
            <a:pPr lvl="0"/>
            <a:r>
              <a:rPr lang="en-US"/>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892040" y="640081"/>
            <a:ext cx="6675120" cy="55778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ooter Placeholder 10">
            <a:extLst>
              <a:ext uri="{FF2B5EF4-FFF2-40B4-BE49-F238E27FC236}">
                <a16:creationId xmlns:a16="http://schemas.microsoft.com/office/drawing/2014/main" id="{2B6B8768-08ED-B8FE-AB87-3961B13E76EC}"/>
              </a:ext>
            </a:extLst>
          </p:cNvPr>
          <p:cNvSpPr>
            <a:spLocks noGrp="1"/>
          </p:cNvSpPr>
          <p:nvPr>
            <p:ph type="ftr" sz="quarter" idx="15"/>
          </p:nvPr>
        </p:nvSpPr>
        <p:spPr>
          <a:xfrm>
            <a:off x="612648" y="6318504"/>
            <a:ext cx="3446431" cy="365760"/>
          </a:xfrm>
        </p:spPr>
        <p:txBody>
          <a:bodyPr/>
          <a:lstStyle>
            <a:lvl1pPr>
              <a:defRPr>
                <a:solidFill>
                  <a:schemeClr val="bg1"/>
                </a:solidFill>
              </a:defRPr>
            </a:lvl1pPr>
          </a:lstStyle>
          <a:p>
            <a:endParaRPr lang="en-US"/>
          </a:p>
        </p:txBody>
      </p:sp>
      <p:sp>
        <p:nvSpPr>
          <p:cNvPr id="10" name="Date Placeholder 9">
            <a:extLst>
              <a:ext uri="{FF2B5EF4-FFF2-40B4-BE49-F238E27FC236}">
                <a16:creationId xmlns:a16="http://schemas.microsoft.com/office/drawing/2014/main" id="{0790CD73-4635-8D46-A7E8-EDF5E35D34ED}"/>
              </a:ext>
            </a:extLst>
          </p:cNvPr>
          <p:cNvSpPr>
            <a:spLocks noGrp="1"/>
          </p:cNvSpPr>
          <p:nvPr>
            <p:ph type="dt" sz="half" idx="14"/>
          </p:nvPr>
        </p:nvSpPr>
        <p:spPr/>
        <p:txBody>
          <a:bodyPr/>
          <a:lstStyle/>
          <a:p>
            <a:fld id="{3AEEF7F6-ECFE-4473-B3E9-C91BE833927A}" type="datetimeFigureOut">
              <a:rPr lang="en-US" smtClean="0"/>
              <a:t/>
            </a:fld>
            <a:endParaRPr lang="en-US"/>
          </a:p>
        </p:txBody>
      </p:sp>
      <p:sp>
        <p:nvSpPr>
          <p:cNvPr id="12" name="Slide Number Placeholder 11">
            <a:extLst>
              <a:ext uri="{FF2B5EF4-FFF2-40B4-BE49-F238E27FC236}">
                <a16:creationId xmlns:a16="http://schemas.microsoft.com/office/drawing/2014/main" id="{CE7E57EE-CAE7-24C5-9F1D-159F32ADDDD0}"/>
              </a:ext>
            </a:extLst>
          </p:cNvPr>
          <p:cNvSpPr>
            <a:spLocks noGrp="1"/>
          </p:cNvSpPr>
          <p:nvPr>
            <p:ph type="sldNum" sz="quarter" idx="16"/>
          </p:nvPr>
        </p:nvSpPr>
        <p:spPr/>
        <p:txBody>
          <a:bodyPr/>
          <a:lstStyle/>
          <a:p>
            <a:fld id="{5DAD859A-2C66-45B9-9A71-3CF205EC2D4A}" type="slidenum">
              <a:rPr lang="en-US" smtClean="0"/>
              <a:t/>
            </a:fld>
            <a:endParaRPr lang="en-US"/>
          </a:p>
        </p:txBody>
      </p:sp>
    </p:spTree>
    <p:extLst>
      <p:ext uri="{BB962C8B-B14F-4D97-AF65-F5344CB8AC3E}">
        <p14:creationId xmlns:p14="http://schemas.microsoft.com/office/powerpoint/2010/main" val="2336311092"/>
      </p:ext>
    </p:extLst>
  </p:cSld>
  <p:clrMapOvr>
    <a:masterClrMapping/>
  </p:clrMapOvr>
</p:sldLayout>
</file>

<file path=ppt/slideLayouts/slideLayout_8000002A_E497A20C.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4093596"/>
            <a:ext cx="2953618" cy="2007912"/>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12" name="Picture Placeholder 11">
            <a:extLst>
              <a:ext uri="{FF2B5EF4-FFF2-40B4-BE49-F238E27FC236}">
                <a16:creationId xmlns:a16="http://schemas.microsoft.com/office/drawing/2014/main" id="{B8FB154D-4A60-735B-FA5C-F17F96D0F7DD}"/>
              </a:ext>
            </a:extLst>
          </p:cNvPr>
          <p:cNvSpPr>
            <a:spLocks noGrp="1"/>
          </p:cNvSpPr>
          <p:nvPr>
            <p:ph type="pic" sz="quarter" idx="15" hasCustomPrompt="1"/>
          </p:nvPr>
        </p:nvSpPr>
        <p:spPr>
          <a:xfrm>
            <a:off x="0" y="0"/>
            <a:ext cx="12192000" cy="3700807"/>
          </a:xfrm>
          <a:blipFill dpi="0" rotWithShape="1">
            <a:blip r:embed="rId2">
              <a:alphaModFix amt="70000"/>
            </a:blip>
            <a:srcRect/>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268555" y="4093596"/>
            <a:ext cx="7298605" cy="2289578"/>
          </a:xfrm>
        </p:spPr>
        <p:txBody>
          <a:bodyPr>
            <a:norm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400"/>
            </a:lvl4pPr>
            <a:lvl5pPr marL="1085850" indent="-171450">
              <a:buFont typeface="Arial" panose="020B0604020202020204" pitchFamily="34" charset="0"/>
              <a:buChar cha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Footer Placeholder 13">
            <a:extLst>
              <a:ext uri="{FF2B5EF4-FFF2-40B4-BE49-F238E27FC236}">
                <a16:creationId xmlns:a16="http://schemas.microsoft.com/office/drawing/2014/main" id="{3BD91724-58CE-FA68-1E24-9CD57621C129}"/>
              </a:ext>
            </a:extLst>
          </p:cNvPr>
          <p:cNvSpPr>
            <a:spLocks noGrp="1"/>
          </p:cNvSpPr>
          <p:nvPr>
            <p:ph type="ftr" sz="quarter" idx="17"/>
          </p:nvPr>
        </p:nvSpPr>
        <p:spPr/>
        <p:txBody>
          <a:bodyPr/>
          <a:lstStyle/>
          <a:p>
            <a:endParaRPr lang="en-US"/>
          </a:p>
        </p:txBody>
      </p:sp>
      <p:sp>
        <p:nvSpPr>
          <p:cNvPr id="13" name="Date Placeholder 12">
            <a:extLst>
              <a:ext uri="{FF2B5EF4-FFF2-40B4-BE49-F238E27FC236}">
                <a16:creationId xmlns:a16="http://schemas.microsoft.com/office/drawing/2014/main" id="{9AA293A1-7F80-90D9-D8FF-27238ADD7956}"/>
              </a:ext>
            </a:extLst>
          </p:cNvPr>
          <p:cNvSpPr>
            <a:spLocks noGrp="1"/>
          </p:cNvSpPr>
          <p:nvPr>
            <p:ph type="dt" sz="half" idx="16"/>
          </p:nvPr>
        </p:nvSpPr>
        <p:spPr/>
        <p:txBody>
          <a:bodyPr/>
          <a:lstStyle/>
          <a:p>
            <a:fld id="{3AEEF7F6-ECFE-4473-B3E9-C91BE833927A}" type="datetimeFigureOut">
              <a:rPr lang="en-US" smtClean="0"/>
              <a:t/>
            </a:fld>
            <a:endParaRPr lang="en-US"/>
          </a:p>
        </p:txBody>
      </p:sp>
      <p:sp>
        <p:nvSpPr>
          <p:cNvPr id="15" name="Slide Number Placeholder 14">
            <a:extLst>
              <a:ext uri="{FF2B5EF4-FFF2-40B4-BE49-F238E27FC236}">
                <a16:creationId xmlns:a16="http://schemas.microsoft.com/office/drawing/2014/main" id="{3B9AC797-2D9B-C7AC-550D-157FEDA3800D}"/>
              </a:ext>
            </a:extLst>
          </p:cNvPr>
          <p:cNvSpPr>
            <a:spLocks noGrp="1"/>
          </p:cNvSpPr>
          <p:nvPr>
            <p:ph type="sldNum" sz="quarter" idx="18"/>
          </p:nvPr>
        </p:nvSpPr>
        <p:spPr/>
        <p:txBody>
          <a:bodyPr/>
          <a:lstStyle/>
          <a:p>
            <a:fld id="{5DAD859A-2C66-45B9-9A71-3CF205EC2D4A}" type="slidenum">
              <a:rPr lang="en-US" smtClean="0"/>
              <a:t/>
            </a:fld>
            <a:endParaRPr lang="en-US"/>
          </a:p>
        </p:txBody>
      </p:sp>
    </p:spTree>
    <p:extLst>
      <p:ext uri="{BB962C8B-B14F-4D97-AF65-F5344CB8AC3E}">
        <p14:creationId xmlns:p14="http://schemas.microsoft.com/office/powerpoint/2010/main" val="3835142668"/>
      </p:ext>
    </p:extLst>
  </p:cSld>
  <p:clrMapOvr>
    <a:masterClrMapping/>
  </p:clrMapOvr>
</p:sldLayout>
</file>

<file path=ppt/slideLayouts/slideLayout_8000002B_8B0EBF01.xml><?xml version="1.0" encoding="utf-8"?>
<p:sldLayout xmlns:a="http://schemas.openxmlformats.org/drawingml/2006/main" xmlns:r="http://schemas.openxmlformats.org/officeDocument/2006/relationships" xmlns:p="http://schemas.openxmlformats.org/presentationml/2006/main" preserve="1">
  <p:cSld name="Content with Picture 12">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0333CDCF-1D03-5851-5ADE-6C229D9C93F1}"/>
              </a:ext>
              <a:ext uri="{C183D7F6-B498-43B3-948B-1728B52AA6E4}">
                <adec:decorative xmlns:adec="http://schemas.microsoft.com/office/drawing/2017/decorative" val="1"/>
              </a:ext>
            </a:extLst>
          </p:cNvPr>
          <p:cNvGrpSpPr/>
          <p:nvPr/>
        </p:nvGrpSpPr>
        <p:grpSpPr>
          <a:xfrm>
            <a:off x="12068638" y="0"/>
            <a:ext cx="123362" cy="6858000"/>
            <a:chOff x="12068638" y="0"/>
            <a:chExt cx="123362" cy="6858000"/>
          </a:xfrm>
        </p:grpSpPr>
        <p:sp>
          <p:nvSpPr>
            <p:cNvPr id="12" name="Rectangle 11">
              <a:extLst>
                <a:ext uri="{FF2B5EF4-FFF2-40B4-BE49-F238E27FC236}">
                  <a16:creationId xmlns:a16="http://schemas.microsoft.com/office/drawing/2014/main" id="{436CADBC-4985-70E0-56BE-1C8385BBCBD0}"/>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431B3299-F1D4-88B7-5B22-7D623606691F}"/>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87978"/>
            <a:ext cx="10954512" cy="969264"/>
          </a:xfrm>
        </p:spPr>
        <p:txBody>
          <a:bodyPr anchor="ctr"/>
          <a:lstStyle/>
          <a:p>
            <a:r>
              <a:rPr lang="en-US"/>
              <a:t>Click to edit Master title style</a:t>
            </a:r>
          </a:p>
        </p:txBody>
      </p:sp>
      <p:sp>
        <p:nvSpPr>
          <p:cNvPr id="9" name="Picture Placeholder 8">
            <a:extLst>
              <a:ext uri="{FF2B5EF4-FFF2-40B4-BE49-F238E27FC236}">
                <a16:creationId xmlns:a16="http://schemas.microsoft.com/office/drawing/2014/main" id="{65C3B04B-96C8-DA90-9593-3508CE34B4EE}"/>
              </a:ext>
            </a:extLst>
          </p:cNvPr>
          <p:cNvSpPr>
            <a:spLocks noGrp="1"/>
          </p:cNvSpPr>
          <p:nvPr>
            <p:ph type="pic" sz="quarter" idx="15" hasCustomPrompt="1"/>
          </p:nvPr>
        </p:nvSpPr>
        <p:spPr>
          <a:xfrm>
            <a:off x="612648" y="1801367"/>
            <a:ext cx="6550152" cy="4489704"/>
          </a:xfrm>
          <a:blipFill dpi="0" rotWithShape="1">
            <a:blip r:embed="rId2">
              <a:alphaModFix amt="70000"/>
            </a:blip>
            <a:srcRect/>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7848600" y="1801367"/>
            <a:ext cx="3718561" cy="448970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2E02B3BF-7794-675C-7382-345519B43BE3}"/>
              </a:ext>
            </a:extLst>
          </p:cNvPr>
          <p:cNvSpPr>
            <a:spLocks noGrp="1"/>
          </p:cNvSpPr>
          <p:nvPr>
            <p:ph type="ftr" sz="quarter" idx="17"/>
          </p:nvPr>
        </p:nvSpPr>
        <p:spPr/>
        <p:txBody>
          <a:bodyPr/>
          <a:lstStyle/>
          <a:p>
            <a:endParaRPr lang="en-US"/>
          </a:p>
        </p:txBody>
      </p:sp>
      <p:sp>
        <p:nvSpPr>
          <p:cNvPr id="3" name="Date Placeholder 2">
            <a:extLst>
              <a:ext uri="{FF2B5EF4-FFF2-40B4-BE49-F238E27FC236}">
                <a16:creationId xmlns:a16="http://schemas.microsoft.com/office/drawing/2014/main" id="{08303468-1991-7CCF-2C67-0B5A3850BAD1}"/>
              </a:ext>
            </a:extLst>
          </p:cNvPr>
          <p:cNvSpPr>
            <a:spLocks noGrp="1"/>
          </p:cNvSpPr>
          <p:nvPr>
            <p:ph type="dt" sz="half" idx="16"/>
          </p:nvPr>
        </p:nvSpPr>
        <p:spPr/>
        <p:txBody>
          <a:bodyPr/>
          <a:lstStyle/>
          <a:p>
            <a:fld id="{3AEEF7F6-ECFE-4473-B3E9-C91BE833927A}" type="datetimeFigureOut">
              <a:rPr lang="en-US" smtClean="0"/>
              <a:t/>
            </a:fld>
            <a:endParaRPr lang="en-US"/>
          </a:p>
        </p:txBody>
      </p:sp>
      <p:sp>
        <p:nvSpPr>
          <p:cNvPr id="10" name="Slide Number Placeholder 9">
            <a:extLst>
              <a:ext uri="{FF2B5EF4-FFF2-40B4-BE49-F238E27FC236}">
                <a16:creationId xmlns:a16="http://schemas.microsoft.com/office/drawing/2014/main" id="{5AF75D71-C32E-4EF6-2C8E-B5F29DBF4D14}"/>
              </a:ext>
            </a:extLst>
          </p:cNvPr>
          <p:cNvSpPr>
            <a:spLocks noGrp="1"/>
          </p:cNvSpPr>
          <p:nvPr>
            <p:ph type="sldNum" sz="quarter" idx="18"/>
          </p:nvPr>
        </p:nvSpPr>
        <p:spPr/>
        <p:txBody>
          <a:bodyPr/>
          <a:lstStyle/>
          <a:p>
            <a:fld id="{5DAD859A-2C66-45B9-9A71-3CF205EC2D4A}" type="slidenum">
              <a:rPr lang="en-US" smtClean="0"/>
              <a:t/>
            </a:fld>
            <a:endParaRPr lang="en-US"/>
          </a:p>
        </p:txBody>
      </p:sp>
    </p:spTree>
    <p:extLst>
      <p:ext uri="{BB962C8B-B14F-4D97-AF65-F5344CB8AC3E}">
        <p14:creationId xmlns:p14="http://schemas.microsoft.com/office/powerpoint/2010/main" val="2332999425"/>
      </p:ext>
    </p:extLst>
  </p:cSld>
  <p:clrMapOvr>
    <a:masterClrMapping/>
  </p:clrMapOvr>
</p:sldLayout>
</file>

<file path=ppt/slideLayouts/slideLayout_8000002C_6AB7D8A2.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F6287667-A4F8-6B7A-7C1E-415768F3B3AA}"/>
              </a:ext>
              <a:ext uri="{C183D7F6-B498-43B3-948B-1728B52AA6E4}">
                <adec:decorative xmlns:adec="http://schemas.microsoft.com/office/drawing/2017/decorative" val="1"/>
              </a:ext>
            </a:extLst>
          </p:cNvPr>
          <p:cNvGrpSpPr/>
          <p:nvPr/>
        </p:nvGrpSpPr>
        <p:grpSpPr>
          <a:xfrm>
            <a:off x="12068638" y="0"/>
            <a:ext cx="123362" cy="6858000"/>
            <a:chOff x="12068638" y="0"/>
            <a:chExt cx="123362" cy="6858000"/>
          </a:xfrm>
        </p:grpSpPr>
        <p:sp>
          <p:nvSpPr>
            <p:cNvPr id="9" name="Rectangle 8">
              <a:extLst>
                <a:ext uri="{FF2B5EF4-FFF2-40B4-BE49-F238E27FC236}">
                  <a16:creationId xmlns:a16="http://schemas.microsoft.com/office/drawing/2014/main" id="{860F260A-40A1-ED4C-F5A8-F915D3BDB7F5}"/>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79CD2C2-2541-1223-03B1-97955C134718}"/>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02920"/>
            <a:ext cx="4669536" cy="1453896"/>
          </a:xfrm>
        </p:spPr>
        <p:txBody>
          <a:bodyPr anchor="t"/>
          <a:lstStyle/>
          <a:p>
            <a:r>
              <a:rPr lang="en-US"/>
              <a:t>Click to edit Master title style</a:t>
            </a:r>
          </a:p>
        </p:txBody>
      </p:sp>
      <p:sp>
        <p:nvSpPr>
          <p:cNvPr id="4" name="Picture Placeholder 3">
            <a:extLst>
              <a:ext uri="{FF2B5EF4-FFF2-40B4-BE49-F238E27FC236}">
                <a16:creationId xmlns:a16="http://schemas.microsoft.com/office/drawing/2014/main" id="{15A7BF66-FFF1-E318-9AFE-331E011D59C1}"/>
              </a:ext>
            </a:extLst>
          </p:cNvPr>
          <p:cNvSpPr>
            <a:spLocks noGrp="1"/>
          </p:cNvSpPr>
          <p:nvPr>
            <p:ph type="pic" sz="quarter" idx="15" hasCustomPrompt="1"/>
          </p:nvPr>
        </p:nvSpPr>
        <p:spPr>
          <a:xfrm>
            <a:off x="612648" y="2293938"/>
            <a:ext cx="4669536" cy="4024566"/>
          </a:xfrm>
          <a:blipFill dpi="0" rotWithShape="1">
            <a:blip r:embed="rId2">
              <a:alphaModFix amt="70000"/>
            </a:blip>
            <a:srcRect/>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096000" y="502919"/>
            <a:ext cx="5471160" cy="58155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ooter Placeholder 10">
            <a:extLst>
              <a:ext uri="{FF2B5EF4-FFF2-40B4-BE49-F238E27FC236}">
                <a16:creationId xmlns:a16="http://schemas.microsoft.com/office/drawing/2014/main" id="{F3134235-8D6E-735A-EBA0-BA533F60F020}"/>
              </a:ext>
            </a:extLst>
          </p:cNvPr>
          <p:cNvSpPr>
            <a:spLocks noGrp="1"/>
          </p:cNvSpPr>
          <p:nvPr>
            <p:ph type="ftr" sz="quarter" idx="17"/>
          </p:nvPr>
        </p:nvSpPr>
        <p:spPr/>
        <p:txBody>
          <a:bodyPr/>
          <a:lstStyle/>
          <a:p>
            <a:endParaRPr lang="en-US"/>
          </a:p>
        </p:txBody>
      </p:sp>
      <p:sp>
        <p:nvSpPr>
          <p:cNvPr id="10" name="Date Placeholder 9">
            <a:extLst>
              <a:ext uri="{FF2B5EF4-FFF2-40B4-BE49-F238E27FC236}">
                <a16:creationId xmlns:a16="http://schemas.microsoft.com/office/drawing/2014/main" id="{9D2F68ED-5552-E109-B7F4-671217CABF2D}"/>
              </a:ext>
            </a:extLst>
          </p:cNvPr>
          <p:cNvSpPr>
            <a:spLocks noGrp="1"/>
          </p:cNvSpPr>
          <p:nvPr>
            <p:ph type="dt" sz="half" idx="16"/>
          </p:nvPr>
        </p:nvSpPr>
        <p:spPr/>
        <p:txBody>
          <a:bodyPr/>
          <a:lstStyle/>
          <a:p>
            <a:fld id="{3AEEF7F6-ECFE-4473-B3E9-C91BE833927A}" type="datetimeFigureOut">
              <a:rPr lang="en-US" smtClean="0"/>
              <a:t/>
            </a:fld>
            <a:endParaRPr lang="en-US"/>
          </a:p>
        </p:txBody>
      </p:sp>
      <p:sp>
        <p:nvSpPr>
          <p:cNvPr id="12" name="Slide Number Placeholder 11">
            <a:extLst>
              <a:ext uri="{FF2B5EF4-FFF2-40B4-BE49-F238E27FC236}">
                <a16:creationId xmlns:a16="http://schemas.microsoft.com/office/drawing/2014/main" id="{573B9B49-4584-CFEF-738F-BE68D009CEA3}"/>
              </a:ext>
            </a:extLst>
          </p:cNvPr>
          <p:cNvSpPr>
            <a:spLocks noGrp="1"/>
          </p:cNvSpPr>
          <p:nvPr>
            <p:ph type="sldNum" sz="quarter" idx="18"/>
          </p:nvPr>
        </p:nvSpPr>
        <p:spPr/>
        <p:txBody>
          <a:bodyPr/>
          <a:lstStyle/>
          <a:p>
            <a:fld id="{5DAD859A-2C66-45B9-9A71-3CF205EC2D4A}" type="slidenum">
              <a:rPr lang="en-US" smtClean="0"/>
              <a:t/>
            </a:fld>
            <a:endParaRPr lang="en-US"/>
          </a:p>
        </p:txBody>
      </p:sp>
    </p:spTree>
    <p:extLst>
      <p:ext uri="{BB962C8B-B14F-4D97-AF65-F5344CB8AC3E}">
        <p14:creationId xmlns:p14="http://schemas.microsoft.com/office/powerpoint/2010/main" val="1790433442"/>
      </p:ext>
    </p:extLst>
  </p:cSld>
  <p:clrMapOvr>
    <a:masterClrMapping/>
  </p:clrMapOvr>
</p:sldLayout>
</file>

<file path=ppt/slideLayouts/slideLayout_8000002D_43C9AB76.xml><?xml version="1.0" encoding="utf-8"?>
<p:sldLayout xmlns:a="http://schemas.openxmlformats.org/drawingml/2006/main" xmlns:r="http://schemas.openxmlformats.org/officeDocument/2006/relationships" xmlns:p="http://schemas.openxmlformats.org/presentationml/2006/main" preserve="1">
  <p:cSld name="Content with Picture 14">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B53C02DA-0C9D-12C9-42BB-CC4820B41CF2}"/>
              </a:ext>
              <a:ext uri="{C183D7F6-B498-43B3-948B-1728B52AA6E4}">
                <adec:decorative xmlns:adec="http://schemas.microsoft.com/office/drawing/2017/decorative" val="1"/>
              </a:ext>
            </a:extLst>
          </p:cNvPr>
          <p:cNvGrpSpPr/>
          <p:nvPr/>
        </p:nvGrpSpPr>
        <p:grpSpPr>
          <a:xfrm rot="10800000">
            <a:off x="0" y="6743026"/>
            <a:ext cx="12207200" cy="123363"/>
            <a:chOff x="-5025" y="6737718"/>
            <a:chExt cx="12207200" cy="123363"/>
          </a:xfrm>
        </p:grpSpPr>
        <p:sp>
          <p:nvSpPr>
            <p:cNvPr id="10" name="Rectangle 9">
              <a:extLst>
                <a:ext uri="{FF2B5EF4-FFF2-40B4-BE49-F238E27FC236}">
                  <a16:creationId xmlns:a16="http://schemas.microsoft.com/office/drawing/2014/main" id="{43680A20-A590-D755-5AA0-BAF1B1402907}"/>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6CA06CF-7B14-32D2-2412-3434710512EF}"/>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02920"/>
            <a:ext cx="3645980" cy="1453896"/>
          </a:xfrm>
        </p:spPr>
        <p:txBody>
          <a:bodyPr anchor="t"/>
          <a:lstStyle/>
          <a:p>
            <a:r>
              <a:rPr lang="en-US"/>
              <a:t>Click to edit Master title style</a:t>
            </a:r>
          </a:p>
        </p:txBody>
      </p:sp>
      <p:sp>
        <p:nvSpPr>
          <p:cNvPr id="4" name="Picture Placeholder 3">
            <a:extLst>
              <a:ext uri="{FF2B5EF4-FFF2-40B4-BE49-F238E27FC236}">
                <a16:creationId xmlns:a16="http://schemas.microsoft.com/office/drawing/2014/main" id="{15A7BF66-FFF1-E318-9AFE-331E011D59C1}"/>
              </a:ext>
            </a:extLst>
          </p:cNvPr>
          <p:cNvSpPr>
            <a:spLocks noGrp="1"/>
          </p:cNvSpPr>
          <p:nvPr>
            <p:ph type="pic" sz="quarter" idx="15" hasCustomPrompt="1"/>
          </p:nvPr>
        </p:nvSpPr>
        <p:spPr>
          <a:xfrm>
            <a:off x="612648" y="2293938"/>
            <a:ext cx="3645980" cy="4024565"/>
          </a:xfrm>
          <a:blipFill dpi="0" rotWithShape="1">
            <a:blip r:embed="rId2">
              <a:alphaModFix amt="70000"/>
            </a:blip>
            <a:srcRect/>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212227" y="502919"/>
            <a:ext cx="6354933" cy="58155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Footer Placeholder 11">
            <a:extLst>
              <a:ext uri="{FF2B5EF4-FFF2-40B4-BE49-F238E27FC236}">
                <a16:creationId xmlns:a16="http://schemas.microsoft.com/office/drawing/2014/main" id="{0BFB2EA8-AADE-E8CD-890F-EA9F9968B253}"/>
              </a:ext>
            </a:extLst>
          </p:cNvPr>
          <p:cNvSpPr>
            <a:spLocks noGrp="1"/>
          </p:cNvSpPr>
          <p:nvPr>
            <p:ph type="ftr" sz="quarter" idx="17"/>
          </p:nvPr>
        </p:nvSpPr>
        <p:spPr/>
        <p:txBody>
          <a:bodyPr/>
          <a:lstStyle/>
          <a:p>
            <a:endParaRPr lang="en-US"/>
          </a:p>
        </p:txBody>
      </p:sp>
      <p:sp>
        <p:nvSpPr>
          <p:cNvPr id="3" name="Date Placeholder 2">
            <a:extLst>
              <a:ext uri="{FF2B5EF4-FFF2-40B4-BE49-F238E27FC236}">
                <a16:creationId xmlns:a16="http://schemas.microsoft.com/office/drawing/2014/main" id="{FB8772B0-B493-B608-E389-35329DEF2016}"/>
              </a:ext>
            </a:extLst>
          </p:cNvPr>
          <p:cNvSpPr>
            <a:spLocks noGrp="1"/>
          </p:cNvSpPr>
          <p:nvPr>
            <p:ph type="dt" sz="half" idx="16"/>
          </p:nvPr>
        </p:nvSpPr>
        <p:spPr/>
        <p:txBody>
          <a:bodyPr/>
          <a:lstStyle/>
          <a:p>
            <a:fld id="{3AEEF7F6-ECFE-4473-B3E9-C91BE833927A}" type="datetimeFigureOut">
              <a:rPr lang="en-US" smtClean="0"/>
              <a:t/>
            </a:fld>
            <a:endParaRPr lang="en-US"/>
          </a:p>
        </p:txBody>
      </p:sp>
      <p:sp>
        <p:nvSpPr>
          <p:cNvPr id="13" name="Slide Number Placeholder 12">
            <a:extLst>
              <a:ext uri="{FF2B5EF4-FFF2-40B4-BE49-F238E27FC236}">
                <a16:creationId xmlns:a16="http://schemas.microsoft.com/office/drawing/2014/main" id="{D854D38F-A697-A216-CCCB-0C1A9DCBD2FC}"/>
              </a:ext>
            </a:extLst>
          </p:cNvPr>
          <p:cNvSpPr>
            <a:spLocks noGrp="1"/>
          </p:cNvSpPr>
          <p:nvPr>
            <p:ph type="sldNum" sz="quarter" idx="18"/>
          </p:nvPr>
        </p:nvSpPr>
        <p:spPr/>
        <p:txBody>
          <a:bodyPr/>
          <a:lstStyle/>
          <a:p>
            <a:fld id="{5DAD859A-2C66-45B9-9A71-3CF205EC2D4A}" type="slidenum">
              <a:rPr lang="en-US" smtClean="0"/>
              <a:t/>
            </a:fld>
            <a:endParaRPr lang="en-US"/>
          </a:p>
        </p:txBody>
      </p:sp>
    </p:spTree>
    <p:extLst>
      <p:ext uri="{BB962C8B-B14F-4D97-AF65-F5344CB8AC3E}">
        <p14:creationId xmlns:p14="http://schemas.microsoft.com/office/powerpoint/2010/main" val="1137290102"/>
      </p:ext>
    </p:extLst>
  </p:cSld>
  <p:clrMapOvr>
    <a:masterClrMapping/>
  </p:clrMapOvr>
</p:sldLayout>
</file>

<file path=ppt/slideLayouts/slideLayout_8000002E_797C61C6.xml><?xml version="1.0" encoding="utf-8"?>
<p:sldLayout xmlns:a="http://schemas.openxmlformats.org/drawingml/2006/main" xmlns:r="http://schemas.openxmlformats.org/officeDocument/2006/relationships" xmlns:p="http://schemas.openxmlformats.org/presentationml/2006/main" preserve="1">
  <p:cSld name="Number Large">
    <p:bg>
      <p:bgRef idx="1001">
        <a:schemeClr val="bg1"/>
      </p:bgRef>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0B93BC13-F3D8-0BDA-D1BF-7B8E455AC066}"/>
              </a:ext>
            </a:extLst>
          </p:cNvPr>
          <p:cNvSpPr/>
          <p:nvPr/>
        </p:nvSpPr>
        <p:spPr>
          <a:xfrm>
            <a:off x="0" y="0"/>
            <a:ext cx="121920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7362B5B-CACD-7203-74DE-7B0BBF7D69CE}"/>
              </a:ext>
            </a:extLst>
          </p:cNvPr>
          <p:cNvGrpSpPr/>
          <p:nvPr/>
        </p:nvGrpSpPr>
        <p:grpSpPr>
          <a:xfrm>
            <a:off x="-22276" y="-6922"/>
            <a:ext cx="12214276" cy="6869101"/>
            <a:chOff x="-22276" y="-6922"/>
            <a:chExt cx="12214276" cy="6869101"/>
          </a:xfrm>
        </p:grpSpPr>
        <p:sp>
          <p:nvSpPr>
            <p:cNvPr id="9" name="Rectangle 8">
              <a:extLst>
                <a:ext uri="{FF2B5EF4-FFF2-40B4-BE49-F238E27FC236}">
                  <a16:creationId xmlns:a16="http://schemas.microsoft.com/office/drawing/2014/main" id="{7D6A753B-AD01-7A7A-4F2D-C75592EC67B9}"/>
                </a:ext>
              </a:extLst>
            </p:cNvPr>
            <p:cNvSpPr/>
            <p:nvPr/>
          </p:nvSpPr>
          <p:spPr>
            <a:xfrm rot="5400000">
              <a:off x="2655863" y="-2678137"/>
              <a:ext cx="6857999" cy="12214275"/>
            </a:xfrm>
            <a:prstGeom prst="rect">
              <a:avLst/>
            </a:prstGeom>
            <a:gradFill>
              <a:gsLst>
                <a:gs pos="0">
                  <a:schemeClr val="accent2"/>
                </a:gs>
                <a:gs pos="93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Light"/>
                <a:ea typeface="+mn-ea"/>
                <a:cs typeface="+mn-cs"/>
              </a:endParaRPr>
            </a:p>
          </p:txBody>
        </p:sp>
        <p:sp>
          <p:nvSpPr>
            <p:cNvPr id="10" name="Rectangle 9">
              <a:extLst>
                <a:ext uri="{FF2B5EF4-FFF2-40B4-BE49-F238E27FC236}">
                  <a16:creationId xmlns:a16="http://schemas.microsoft.com/office/drawing/2014/main" id="{33E82525-BA9A-AA08-8DF0-B77178C6BC45}"/>
                </a:ext>
              </a:extLst>
            </p:cNvPr>
            <p:cNvSpPr/>
            <p:nvPr/>
          </p:nvSpPr>
          <p:spPr>
            <a:xfrm rot="16200000">
              <a:off x="3197276" y="-2132545"/>
              <a:ext cx="6850175" cy="11139273"/>
            </a:xfrm>
            <a:prstGeom prst="rect">
              <a:avLst/>
            </a:prstGeom>
            <a:gradFill flip="none" rotWithShape="1">
              <a:gsLst>
                <a:gs pos="0">
                  <a:schemeClr val="accent5">
                    <a:lumMod val="75000"/>
                  </a:schemeClr>
                </a:gs>
                <a:gs pos="32000">
                  <a:schemeClr val="accent5">
                    <a:alpha val="0"/>
                  </a:schemeClr>
                </a:gs>
              </a:gsLst>
              <a:lin ang="19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Light"/>
                <a:ea typeface="+mn-ea"/>
                <a:cs typeface="+mn-cs"/>
              </a:endParaRPr>
            </a:p>
          </p:txBody>
        </p:sp>
        <p:sp>
          <p:nvSpPr>
            <p:cNvPr id="11" name="Rectangle 10">
              <a:extLst>
                <a:ext uri="{FF2B5EF4-FFF2-40B4-BE49-F238E27FC236}">
                  <a16:creationId xmlns:a16="http://schemas.microsoft.com/office/drawing/2014/main" id="{0A4B5202-8712-82B4-1B42-E7E4336E8698}"/>
                </a:ext>
              </a:extLst>
            </p:cNvPr>
            <p:cNvSpPr/>
            <p:nvPr/>
          </p:nvSpPr>
          <p:spPr>
            <a:xfrm flipH="1">
              <a:off x="-22276" y="-6922"/>
              <a:ext cx="3849318" cy="6864922"/>
            </a:xfrm>
            <a:prstGeom prst="rect">
              <a:avLst/>
            </a:prstGeom>
            <a:gradFill>
              <a:gsLst>
                <a:gs pos="0">
                  <a:schemeClr val="accent5">
                    <a:lumMod val="75000"/>
                  </a:schemeClr>
                </a:gs>
                <a:gs pos="48000">
                  <a:schemeClr val="accent5">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Light"/>
                <a:ea typeface="+mn-ea"/>
                <a:cs typeface="+mn-cs"/>
              </a:endParaRPr>
            </a:p>
          </p:txBody>
        </p:sp>
        <p:sp>
          <p:nvSpPr>
            <p:cNvPr id="12" name="Rectangle 11">
              <a:extLst>
                <a:ext uri="{FF2B5EF4-FFF2-40B4-BE49-F238E27FC236}">
                  <a16:creationId xmlns:a16="http://schemas.microsoft.com/office/drawing/2014/main" id="{D95172D8-9117-7FB7-2347-567B5663C510}"/>
                </a:ext>
                <a:ext uri="{C183D7F6-B498-43B3-948B-1728B52AA6E4}">
                  <adec:decorative xmlns:adec="http://schemas.microsoft.com/office/drawing/2017/decorative" val="1"/>
                </a:ext>
              </a:extLst>
            </p:cNvPr>
            <p:cNvSpPr/>
            <p:nvPr/>
          </p:nvSpPr>
          <p:spPr>
            <a:xfrm rot="5400000">
              <a:off x="6189691" y="-743112"/>
              <a:ext cx="5263375" cy="6741243"/>
            </a:xfrm>
            <a:prstGeom prst="rect">
              <a:avLst/>
            </a:prstGeom>
            <a:gradFill flip="none" rotWithShape="1">
              <a:gsLst>
                <a:gs pos="2000">
                  <a:schemeClr val="accent5">
                    <a:lumMod val="60000"/>
                    <a:lumOff val="40000"/>
                    <a:alpha val="68000"/>
                  </a:schemeClr>
                </a:gs>
                <a:gs pos="48000">
                  <a:schemeClr val="accent5">
                    <a:lumMod val="60000"/>
                    <a:lumOff val="40000"/>
                    <a:alpha val="0"/>
                  </a:schemeClr>
                </a:gs>
              </a:gsLst>
              <a:lin ang="18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Light"/>
                <a:ea typeface="+mn-ea"/>
                <a:cs typeface="+mn-cs"/>
              </a:endParaRPr>
            </a:p>
          </p:txBody>
        </p:sp>
      </p:grpSp>
      <p:sp>
        <p:nvSpPr>
          <p:cNvPr id="2" name="Title 1">
            <a:extLst>
              <a:ext uri="{FF2B5EF4-FFF2-40B4-BE49-F238E27FC236}">
                <a16:creationId xmlns:a16="http://schemas.microsoft.com/office/drawing/2014/main" id="{A13BB35F-4BB0-2BB5-FD14-127AFB001957}"/>
              </a:ext>
            </a:extLst>
          </p:cNvPr>
          <p:cNvSpPr>
            <a:spLocks noGrp="1"/>
          </p:cNvSpPr>
          <p:nvPr>
            <p:ph type="title"/>
          </p:nvPr>
        </p:nvSpPr>
        <p:spPr>
          <a:xfrm>
            <a:off x="1143000" y="4928616"/>
            <a:ext cx="9912096" cy="1545336"/>
          </a:xfrm>
        </p:spPr>
        <p:txBody>
          <a:bodyPr anchor="t">
            <a:normAutofit/>
          </a:bodyPr>
          <a:lstStyle>
            <a:lvl1pPr algn="ctr">
              <a:lnSpc>
                <a:spcPct val="120000"/>
              </a:lnSpc>
              <a:defRPr sz="2800">
                <a:solidFill>
                  <a:schemeClr val="tx1"/>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887C9CAD-F25A-225B-E7BA-4503FD713A44}"/>
              </a:ext>
            </a:extLst>
          </p:cNvPr>
          <p:cNvSpPr>
            <a:spLocks noGrp="1"/>
          </p:cNvSpPr>
          <p:nvPr>
            <p:ph sz="quarter" idx="13" hasCustomPrompt="1"/>
          </p:nvPr>
        </p:nvSpPr>
        <p:spPr>
          <a:xfrm>
            <a:off x="530352" y="978408"/>
            <a:ext cx="11137392" cy="4114800"/>
          </a:xfrm>
        </p:spPr>
        <p:txBody>
          <a:bodyPr anchor="b">
            <a:normAutofit/>
          </a:bodyPr>
          <a:lstStyle>
            <a:lvl1pPr marL="0" indent="0" algn="ctr">
              <a:lnSpc>
                <a:spcPct val="90000"/>
              </a:lnSpc>
              <a:buNone/>
              <a:defRPr sz="27800" b="1">
                <a:solidFill>
                  <a:schemeClr val="tx1"/>
                </a:solidFill>
              </a:defRPr>
            </a:lvl1pPr>
          </a:lstStyle>
          <a:p>
            <a:pPr lvl="0"/>
            <a:r>
              <a:rPr lang="en-US"/>
              <a:t>##%</a:t>
            </a:r>
          </a:p>
        </p:txBody>
      </p:sp>
      <p:sp>
        <p:nvSpPr>
          <p:cNvPr id="3" name="Footer Placeholder 2">
            <a:extLst>
              <a:ext uri="{FF2B5EF4-FFF2-40B4-BE49-F238E27FC236}">
                <a16:creationId xmlns:a16="http://schemas.microsoft.com/office/drawing/2014/main" id="{31932224-E515-4E44-2832-0D5E94847CF7}"/>
              </a:ext>
            </a:extLst>
          </p:cNvPr>
          <p:cNvSpPr>
            <a:spLocks noGrp="1"/>
          </p:cNvSpPr>
          <p:nvPr>
            <p:ph type="ftr" sz="quarter" idx="10"/>
          </p:nvPr>
        </p:nvSpPr>
        <p:spPr/>
        <p:txBody>
          <a:bodyPr/>
          <a:lstStyle>
            <a:lvl1pPr>
              <a:defRPr>
                <a:solidFill>
                  <a:schemeClr val="tx1"/>
                </a:solidFill>
              </a:defRPr>
            </a:lvl1pPr>
          </a:lstStyle>
          <a:p>
            <a:endParaRPr lang="en-US"/>
          </a:p>
        </p:txBody>
      </p:sp>
      <p:sp>
        <p:nvSpPr>
          <p:cNvPr id="4" name="Date Placeholder 3">
            <a:extLst>
              <a:ext uri="{FF2B5EF4-FFF2-40B4-BE49-F238E27FC236}">
                <a16:creationId xmlns:a16="http://schemas.microsoft.com/office/drawing/2014/main" id="{9E371D16-7052-CB51-10DB-659F8F77B25F}"/>
              </a:ext>
            </a:extLst>
          </p:cNvPr>
          <p:cNvSpPr>
            <a:spLocks noGrp="1"/>
          </p:cNvSpPr>
          <p:nvPr>
            <p:ph type="dt" sz="half" idx="11"/>
          </p:nvPr>
        </p:nvSpPr>
        <p:spPr/>
        <p:txBody>
          <a:bodyPr/>
          <a:lstStyle>
            <a:lvl1pPr>
              <a:defRPr>
                <a:solidFill>
                  <a:schemeClr val="tx1"/>
                </a:solidFill>
              </a:defRPr>
            </a:lvl1pPr>
          </a:lstStyle>
          <a:p>
            <a:fld id="{3AEEF7F6-ECFE-4473-B3E9-C91BE833927A}" type="datetimeFigureOut">
              <a:rPr lang="en-US" smtClean="0"/>
              <a:t/>
            </a:fld>
            <a:endParaRPr lang="en-US"/>
          </a:p>
        </p:txBody>
      </p:sp>
      <p:sp>
        <p:nvSpPr>
          <p:cNvPr id="5" name="Slide Number Placeholder 4">
            <a:extLst>
              <a:ext uri="{FF2B5EF4-FFF2-40B4-BE49-F238E27FC236}">
                <a16:creationId xmlns:a16="http://schemas.microsoft.com/office/drawing/2014/main" id="{85B132CC-C4B7-E2AF-5520-00C69FF37620}"/>
              </a:ext>
            </a:extLst>
          </p:cNvPr>
          <p:cNvSpPr>
            <a:spLocks noGrp="1"/>
          </p:cNvSpPr>
          <p:nvPr>
            <p:ph type="sldNum" sz="quarter" idx="12"/>
          </p:nvPr>
        </p:nvSpPr>
        <p:spPr/>
        <p:txBody>
          <a:bodyPr/>
          <a:lstStyle>
            <a:lvl1pPr>
              <a:defRPr>
                <a:solidFill>
                  <a:schemeClr val="tx1"/>
                </a:solidFill>
              </a:defRPr>
            </a:lvl1pPr>
          </a:lstStyle>
          <a:p>
            <a:fld id="{5DAD859A-2C66-45B9-9A71-3CF205EC2D4A}" type="slidenum">
              <a:rPr lang="en-US" smtClean="0"/>
              <a:t/>
            </a:fld>
            <a:endParaRPr lang="en-US"/>
          </a:p>
        </p:txBody>
      </p:sp>
    </p:spTree>
    <p:extLst>
      <p:ext uri="{BB962C8B-B14F-4D97-AF65-F5344CB8AC3E}">
        <p14:creationId xmlns:p14="http://schemas.microsoft.com/office/powerpoint/2010/main" val="2038194630"/>
      </p:ext>
    </p:extLst>
  </p:cSld>
  <p:clrMapOvr>
    <a:overrideClrMapping bg1="dk1" tx1="lt1" bg2="dk2" tx2="lt2" accent1="accent1" accent2="accent2" accent3="accent3" accent4="accent4" accent5="accent5" accent6="accent6" hlink="hlink" folHlink="folHlink"/>
  </p:clrMapOvr>
</p:sldLayout>
</file>

<file path=ppt/slideLayouts/slideLayout_8000002F_42275862.xml><?xml version="1.0" encoding="utf-8"?>
<p:sldLayout xmlns:a="http://schemas.openxmlformats.org/drawingml/2006/main" xmlns:r="http://schemas.openxmlformats.org/officeDocument/2006/relationships" xmlns:p="http://schemas.openxmlformats.org/presentationml/2006/main" preserve="1">
  <p:cSld name="Number Larg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3BB35F-4BB0-2BB5-FD14-127AFB001957}"/>
              </a:ext>
            </a:extLst>
          </p:cNvPr>
          <p:cNvSpPr>
            <a:spLocks noGrp="1"/>
          </p:cNvSpPr>
          <p:nvPr>
            <p:ph type="title"/>
          </p:nvPr>
        </p:nvSpPr>
        <p:spPr>
          <a:xfrm>
            <a:off x="612648" y="4718304"/>
            <a:ext cx="6281928" cy="1353312"/>
          </a:xfrm>
        </p:spPr>
        <p:txBody>
          <a:bodyPr vert="horz" lIns="91440" tIns="45720" rIns="91440" bIns="45720" rtlCol="0" anchor="t">
            <a:normAutofit/>
          </a:bodyPr>
          <a:lstStyle>
            <a:lvl1pPr>
              <a:lnSpc>
                <a:spcPct val="120000"/>
              </a:lnSpc>
              <a:defRPr lang="en-US" sz="2800" dirty="0"/>
            </a:lvl1pPr>
          </a:lstStyle>
          <a:p>
            <a:pPr lvl="0"/>
            <a:r>
              <a:rPr lang="en-US"/>
              <a:t>Click to edit Master title style</a:t>
            </a:r>
          </a:p>
        </p:txBody>
      </p:sp>
      <p:sp>
        <p:nvSpPr>
          <p:cNvPr id="7" name="Content Placeholder 6">
            <a:extLst>
              <a:ext uri="{FF2B5EF4-FFF2-40B4-BE49-F238E27FC236}">
                <a16:creationId xmlns:a16="http://schemas.microsoft.com/office/drawing/2014/main" id="{887C9CAD-F25A-225B-E7BA-4503FD713A44}"/>
              </a:ext>
            </a:extLst>
          </p:cNvPr>
          <p:cNvSpPr>
            <a:spLocks noGrp="1"/>
          </p:cNvSpPr>
          <p:nvPr>
            <p:ph sz="quarter" idx="13" hasCustomPrompt="1"/>
          </p:nvPr>
        </p:nvSpPr>
        <p:spPr>
          <a:xfrm>
            <a:off x="521208" y="786384"/>
            <a:ext cx="11155680" cy="4334256"/>
          </a:xfrm>
        </p:spPr>
        <p:txBody>
          <a:bodyPr vert="horz" lIns="91440" tIns="45720" rIns="91440" bIns="45720" rtlCol="0" anchor="b">
            <a:normAutofit/>
          </a:bodyPr>
          <a:lstStyle>
            <a:lvl1pPr marL="0" indent="0">
              <a:buNone/>
              <a:defRPr lang="en-US" sz="27800" b="1" dirty="0">
                <a:gradFill>
                  <a:gsLst>
                    <a:gs pos="0">
                      <a:schemeClr val="accent2"/>
                    </a:gs>
                    <a:gs pos="100000">
                      <a:schemeClr val="accent5"/>
                    </a:gs>
                  </a:gsLst>
                  <a:lin ang="4200000" scaled="0"/>
                </a:gradFill>
              </a:defRPr>
            </a:lvl1pPr>
          </a:lstStyle>
          <a:p>
            <a:pPr lvl="0"/>
            <a:r>
              <a:rPr lang="en-US"/>
              <a:t>##%</a:t>
            </a:r>
          </a:p>
        </p:txBody>
      </p:sp>
      <p:sp>
        <p:nvSpPr>
          <p:cNvPr id="14" name="Footer Placeholder 13">
            <a:extLst>
              <a:ext uri="{FF2B5EF4-FFF2-40B4-BE49-F238E27FC236}">
                <a16:creationId xmlns:a16="http://schemas.microsoft.com/office/drawing/2014/main" id="{06AFD340-D045-A82B-779A-CCE82B04A257}"/>
              </a:ext>
            </a:extLst>
          </p:cNvPr>
          <p:cNvSpPr>
            <a:spLocks noGrp="1"/>
          </p:cNvSpPr>
          <p:nvPr>
            <p:ph type="ftr" sz="quarter" idx="15"/>
          </p:nvPr>
        </p:nvSpPr>
        <p:spPr/>
        <p:txBody>
          <a:bodyPr/>
          <a:lstStyle/>
          <a:p>
            <a:endParaRPr lang="en-US"/>
          </a:p>
        </p:txBody>
      </p:sp>
      <p:sp>
        <p:nvSpPr>
          <p:cNvPr id="6" name="Date Placeholder 5">
            <a:extLst>
              <a:ext uri="{FF2B5EF4-FFF2-40B4-BE49-F238E27FC236}">
                <a16:creationId xmlns:a16="http://schemas.microsoft.com/office/drawing/2014/main" id="{418D0173-56FC-C02C-32BA-73DB1BA380C4}"/>
              </a:ext>
            </a:extLst>
          </p:cNvPr>
          <p:cNvSpPr>
            <a:spLocks noGrp="1"/>
          </p:cNvSpPr>
          <p:nvPr>
            <p:ph type="dt" sz="half" idx="14"/>
          </p:nvPr>
        </p:nvSpPr>
        <p:spPr/>
        <p:txBody>
          <a:bodyPr/>
          <a:lstStyle/>
          <a:p>
            <a:fld id="{3AEEF7F6-ECFE-4473-B3E9-C91BE833927A}" type="datetimeFigureOut">
              <a:rPr lang="en-US" smtClean="0"/>
              <a:t/>
            </a:fld>
            <a:endParaRPr lang="en-US"/>
          </a:p>
        </p:txBody>
      </p:sp>
      <p:sp>
        <p:nvSpPr>
          <p:cNvPr id="15" name="Slide Number Placeholder 14">
            <a:extLst>
              <a:ext uri="{FF2B5EF4-FFF2-40B4-BE49-F238E27FC236}">
                <a16:creationId xmlns:a16="http://schemas.microsoft.com/office/drawing/2014/main" id="{1B246833-56EB-2252-BAD6-8D369F554831}"/>
              </a:ext>
            </a:extLst>
          </p:cNvPr>
          <p:cNvSpPr>
            <a:spLocks noGrp="1"/>
          </p:cNvSpPr>
          <p:nvPr>
            <p:ph type="sldNum" sz="quarter" idx="16"/>
          </p:nvPr>
        </p:nvSpPr>
        <p:spPr/>
        <p:txBody>
          <a:bodyPr/>
          <a:lstStyle/>
          <a:p>
            <a:fld id="{5DAD859A-2C66-45B9-9A71-3CF205EC2D4A}" type="slidenum">
              <a:rPr lang="en-US" smtClean="0"/>
              <a:t/>
            </a:fld>
            <a:endParaRPr lang="en-US"/>
          </a:p>
        </p:txBody>
      </p:sp>
    </p:spTree>
    <p:extLst>
      <p:ext uri="{BB962C8B-B14F-4D97-AF65-F5344CB8AC3E}">
        <p14:creationId xmlns:p14="http://schemas.microsoft.com/office/powerpoint/2010/main" val="1109874786"/>
      </p:ext>
    </p:extLst>
  </p:cSld>
  <p:clrMapOvr>
    <a:masterClrMapping/>
  </p:clrMapOvr>
</p:sldLayout>
</file>

<file path=ppt/slideLayouts/slideLayout_8000003A_1B512FA6.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3AEEF7F6-ECFE-4473-B3E9-C91BE833927A}" type="datetimeFigureOut">
              <a:rPr lang="en-US" smtClean="0"/>
              <a:t/>
            </a:fld>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5DAD859A-2C66-45B9-9A71-3CF205EC2D4A}" type="slidenum">
              <a:rPr lang="en-US" smtClean="0"/>
              <a:t/>
            </a:fld>
            <a:endParaRPr lang="en-US"/>
          </a:p>
        </p:txBody>
      </p:sp>
    </p:spTree>
    <p:extLst>
      <p:ext uri="{BB962C8B-B14F-4D97-AF65-F5344CB8AC3E}">
        <p14:creationId xmlns:p14="http://schemas.microsoft.com/office/powerpoint/2010/main" val="458305446"/>
      </p:ext>
    </p:extLst>
  </p:cSld>
  <p:clrMapOvr>
    <a:masterClrMapping/>
  </p:clrMapOvr>
</p:sldLayout>
</file>

<file path=ppt/slideLayouts/slideLayout_8000003B_CA151E4F.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36BE0305-2234-39DE-EC35-B6881018EC31}"/>
              </a:ext>
              <a:ext uri="{C183D7F6-B498-43B3-948B-1728B52AA6E4}">
                <adec:decorative xmlns:adec="http://schemas.microsoft.com/office/drawing/2017/decorative" val="1"/>
              </a:ext>
            </a:extLst>
          </p:cNvPr>
          <p:cNvGrpSpPr/>
          <p:nvPr/>
        </p:nvGrpSpPr>
        <p:grpSpPr>
          <a:xfrm rot="10800000">
            <a:off x="0" y="6743026"/>
            <a:ext cx="12207200" cy="123363"/>
            <a:chOff x="-5025" y="6737718"/>
            <a:chExt cx="12207200" cy="123363"/>
          </a:xfrm>
        </p:grpSpPr>
        <p:sp>
          <p:nvSpPr>
            <p:cNvPr id="12" name="Rectangle 11">
              <a:extLst>
                <a:ext uri="{FF2B5EF4-FFF2-40B4-BE49-F238E27FC236}">
                  <a16:creationId xmlns:a16="http://schemas.microsoft.com/office/drawing/2014/main" id="{BEBF17BE-BA15-771A-79F4-91B4C5C752FB}"/>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679ADE0D-3A86-F364-6B2A-F373A75E29AE}"/>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612648" y="502920"/>
            <a:ext cx="3595634" cy="1808201"/>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612648" y="2311121"/>
            <a:ext cx="3309608" cy="3993263"/>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283299" y="502920"/>
            <a:ext cx="6283861" cy="5803262"/>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3AEEF7F6-ECFE-4473-B3E9-C91BE833927A}" type="datetimeFigureOut">
              <a:rPr lang="en-US" smtClean="0"/>
              <a:t/>
            </a:fld>
            <a:endParaRPr lang="en-US"/>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5DAD859A-2C66-45B9-9A71-3CF205EC2D4A}" type="slidenum">
              <a:rPr lang="en-US" smtClean="0"/>
              <a:t/>
            </a:fld>
            <a:endParaRPr lang="en-US"/>
          </a:p>
        </p:txBody>
      </p:sp>
    </p:spTree>
    <p:extLst>
      <p:ext uri="{BB962C8B-B14F-4D97-AF65-F5344CB8AC3E}">
        <p14:creationId xmlns:p14="http://schemas.microsoft.com/office/powerpoint/2010/main" val="3390381647"/>
      </p:ext>
    </p:extLst>
  </p:cSld>
  <p:clrMapOvr>
    <a:masterClrMapping/>
  </p:clrMapOvr>
</p:sldLayout>
</file>

<file path=ppt/slideLayouts/slideLayout_8000003C_FF75B9EB.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grpSp>
        <p:nvGrpSpPr>
          <p:cNvPr id="20" name="Group 19">
            <a:extLst>
              <a:ext uri="{FF2B5EF4-FFF2-40B4-BE49-F238E27FC236}">
                <a16:creationId xmlns:a16="http://schemas.microsoft.com/office/drawing/2014/main" id="{D02923E9-478C-95DE-C678-A683A36F5388}"/>
              </a:ext>
              <a:ext uri="{C183D7F6-B498-43B3-948B-1728B52AA6E4}">
                <adec:decorative xmlns:adec="http://schemas.microsoft.com/office/drawing/2017/decorative" val="1"/>
              </a:ext>
            </a:extLst>
          </p:cNvPr>
          <p:cNvGrpSpPr/>
          <p:nvPr/>
        </p:nvGrpSpPr>
        <p:grpSpPr>
          <a:xfrm rot="10800000">
            <a:off x="0" y="6743026"/>
            <a:ext cx="12207200" cy="123363"/>
            <a:chOff x="-5025" y="6737718"/>
            <a:chExt cx="12207200" cy="123363"/>
          </a:xfrm>
        </p:grpSpPr>
        <p:sp>
          <p:nvSpPr>
            <p:cNvPr id="21" name="Rectangle 20">
              <a:extLst>
                <a:ext uri="{FF2B5EF4-FFF2-40B4-BE49-F238E27FC236}">
                  <a16:creationId xmlns:a16="http://schemas.microsoft.com/office/drawing/2014/main" id="{43DD8A0F-EB40-1201-2A23-685958AC5DF6}"/>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9B912E4F-3FBB-39E4-2EA2-BA0D8858A74D}"/>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612648" y="502920"/>
            <a:ext cx="3713996" cy="2247200"/>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12648" y="2826137"/>
            <a:ext cx="3310128"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24" name="Footer Placeholder 23">
            <a:extLst>
              <a:ext uri="{FF2B5EF4-FFF2-40B4-BE49-F238E27FC236}">
                <a16:creationId xmlns:a16="http://schemas.microsoft.com/office/drawing/2014/main" id="{861F92C4-9651-789C-0B22-E6343EE25C7A}"/>
              </a:ext>
            </a:extLst>
          </p:cNvPr>
          <p:cNvSpPr>
            <a:spLocks noGrp="1"/>
          </p:cNvSpPr>
          <p:nvPr>
            <p:ph type="ftr" sz="quarter" idx="15"/>
          </p:nvPr>
        </p:nvSpPr>
        <p:spPr/>
        <p:txBody>
          <a:bodyPr/>
          <a:lstStyle/>
          <a:p>
            <a:endParaRPr lang="en-US"/>
          </a:p>
        </p:txBody>
      </p:sp>
      <p:sp>
        <p:nvSpPr>
          <p:cNvPr id="8" name="Picture Placeholder 7">
            <a:extLst>
              <a:ext uri="{FF2B5EF4-FFF2-40B4-BE49-F238E27FC236}">
                <a16:creationId xmlns:a16="http://schemas.microsoft.com/office/drawing/2014/main" id="{6CCD178F-4127-FE67-2F5D-0F1CE7884398}"/>
              </a:ext>
            </a:extLst>
          </p:cNvPr>
          <p:cNvSpPr>
            <a:spLocks noGrp="1"/>
          </p:cNvSpPr>
          <p:nvPr>
            <p:ph type="pic" sz="quarter" idx="13" hasCustomPrompt="1"/>
          </p:nvPr>
        </p:nvSpPr>
        <p:spPr>
          <a:xfrm>
            <a:off x="5153978" y="342016"/>
            <a:ext cx="6413182" cy="5976487"/>
          </a:xfrm>
          <a:blipFill dpi="0" rotWithShape="1">
            <a:blip r:embed="rId2">
              <a:alphaModFix amt="70000"/>
            </a:blip>
            <a:srcRect/>
            <a:stretch>
              <a:fillRect/>
            </a:stretch>
          </a:blipFill>
        </p:spPr>
        <p:txBody>
          <a:bodyPr/>
          <a:lstStyle>
            <a:lvl1pPr marL="0" indent="0">
              <a:buNone/>
              <a:defRPr/>
            </a:lvl1pPr>
          </a:lstStyle>
          <a:p>
            <a:r>
              <a:rPr lang="en-US"/>
              <a:t> </a:t>
            </a:r>
          </a:p>
        </p:txBody>
      </p:sp>
      <p:sp>
        <p:nvSpPr>
          <p:cNvPr id="23" name="Date Placeholder 22">
            <a:extLst>
              <a:ext uri="{FF2B5EF4-FFF2-40B4-BE49-F238E27FC236}">
                <a16:creationId xmlns:a16="http://schemas.microsoft.com/office/drawing/2014/main" id="{8ACB14E1-4D3B-B55C-4791-64F774AC361F}"/>
              </a:ext>
            </a:extLst>
          </p:cNvPr>
          <p:cNvSpPr>
            <a:spLocks noGrp="1"/>
          </p:cNvSpPr>
          <p:nvPr>
            <p:ph type="dt" sz="half" idx="14"/>
          </p:nvPr>
        </p:nvSpPr>
        <p:spPr/>
        <p:txBody>
          <a:bodyPr/>
          <a:lstStyle/>
          <a:p>
            <a:fld id="{3AEEF7F6-ECFE-4473-B3E9-C91BE833927A}" type="datetimeFigureOut">
              <a:rPr lang="en-US" smtClean="0"/>
              <a:t/>
            </a:fld>
            <a:endParaRPr lang="en-US"/>
          </a:p>
        </p:txBody>
      </p:sp>
      <p:sp>
        <p:nvSpPr>
          <p:cNvPr id="25" name="Slide Number Placeholder 24">
            <a:extLst>
              <a:ext uri="{FF2B5EF4-FFF2-40B4-BE49-F238E27FC236}">
                <a16:creationId xmlns:a16="http://schemas.microsoft.com/office/drawing/2014/main" id="{E55DAD34-8521-F119-F985-ABFBDD340032}"/>
              </a:ext>
            </a:extLst>
          </p:cNvPr>
          <p:cNvSpPr>
            <a:spLocks noGrp="1"/>
          </p:cNvSpPr>
          <p:nvPr>
            <p:ph type="sldNum" sz="quarter" idx="16"/>
          </p:nvPr>
        </p:nvSpPr>
        <p:spPr/>
        <p:txBody>
          <a:bodyPr/>
          <a:lstStyle/>
          <a:p>
            <a:fld id="{5DAD859A-2C66-45B9-9A71-3CF205EC2D4A}" type="slidenum">
              <a:rPr lang="en-US" smtClean="0"/>
              <a:t/>
            </a:fld>
            <a:endParaRPr lang="en-US"/>
          </a:p>
        </p:txBody>
      </p:sp>
    </p:spTree>
    <p:extLst>
      <p:ext uri="{BB962C8B-B14F-4D97-AF65-F5344CB8AC3E}">
        <p14:creationId xmlns:p14="http://schemas.microsoft.com/office/powerpoint/2010/main" val="4285905387"/>
      </p:ext>
    </p:extLst>
  </p:cSld>
  <p:clrMapOvr>
    <a:masterClrMapping/>
  </p:clrMapOvr>
</p:sldLayout>
</file>

<file path=ppt/slideLayouts/slideLayout_8000003D_4842F888.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1"/>
      </p:bgRef>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F0AE463B-60C7-F01E-97F6-1486FB41D222}"/>
              </a:ext>
              <a:ext uri="{C183D7F6-B498-43B3-948B-1728B52AA6E4}">
                <adec:decorative xmlns:adec="http://schemas.microsoft.com/office/drawing/2017/decorative" val="1"/>
              </a:ext>
            </a:extLst>
          </p:cNvPr>
          <p:cNvGrpSpPr/>
          <p:nvPr/>
        </p:nvGrpSpPr>
        <p:grpSpPr>
          <a:xfrm rot="10800000">
            <a:off x="0" y="6743026"/>
            <a:ext cx="12207200" cy="123363"/>
            <a:chOff x="-5025" y="6737718"/>
            <a:chExt cx="12207200" cy="123363"/>
          </a:xfrm>
        </p:grpSpPr>
        <p:sp>
          <p:nvSpPr>
            <p:cNvPr id="7" name="Rectangle 6">
              <a:extLst>
                <a:ext uri="{FF2B5EF4-FFF2-40B4-BE49-F238E27FC236}">
                  <a16:creationId xmlns:a16="http://schemas.microsoft.com/office/drawing/2014/main" id="{EF94E48A-D751-8593-5D71-0683866A2404}"/>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355092F9-8C9B-4865-CB0E-EFD550A28ED3}"/>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640080"/>
            <a:ext cx="10890373" cy="1463040"/>
          </a:xfrm>
        </p:spPr>
        <p:txBody>
          <a:bodyPr anchor="t">
            <a:normAutofit/>
          </a:bodyPr>
          <a:lstStyle>
            <a:lvl1pPr>
              <a:defRPr sz="6000">
                <a:gradFill>
                  <a:gsLst>
                    <a:gs pos="0">
                      <a:schemeClr val="accent2"/>
                    </a:gs>
                    <a:gs pos="100000">
                      <a:schemeClr val="accent5"/>
                    </a:gs>
                  </a:gsLst>
                  <a:lin ang="4200000" scaled="0"/>
                </a:gradFill>
              </a:defRPr>
            </a:lvl1pPr>
          </a:lstStyle>
          <a:p>
            <a:r>
              <a:rPr lang="en-US"/>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12648" y="3483864"/>
            <a:ext cx="10890374" cy="283464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67F5585-231E-4B46-143C-086AE5C56D2F}"/>
              </a:ext>
            </a:extLst>
          </p:cNvPr>
          <p:cNvSpPr>
            <a:spLocks noGrp="1"/>
          </p:cNvSpPr>
          <p:nvPr>
            <p:ph type="ftr" sz="quarter" idx="15"/>
          </p:nvPr>
        </p:nvSpPr>
        <p:spPr/>
        <p:txBody>
          <a:bodyPr/>
          <a:lstStyle/>
          <a:p>
            <a:endParaRPr lang="en-US"/>
          </a:p>
        </p:txBody>
      </p:sp>
      <p:sp>
        <p:nvSpPr>
          <p:cNvPr id="4" name="Date Placeholder 3">
            <a:extLst>
              <a:ext uri="{FF2B5EF4-FFF2-40B4-BE49-F238E27FC236}">
                <a16:creationId xmlns:a16="http://schemas.microsoft.com/office/drawing/2014/main" id="{5C52CF0D-DCF6-2401-8AD6-ED12BCF0D0F7}"/>
              </a:ext>
            </a:extLst>
          </p:cNvPr>
          <p:cNvSpPr>
            <a:spLocks noGrp="1"/>
          </p:cNvSpPr>
          <p:nvPr>
            <p:ph type="dt" sz="half" idx="14"/>
          </p:nvPr>
        </p:nvSpPr>
        <p:spPr/>
        <p:txBody>
          <a:bodyPr/>
          <a:lstStyle/>
          <a:p>
            <a:fld id="{3AEEF7F6-ECFE-4473-B3E9-C91BE833927A}" type="datetimeFigureOut">
              <a:rPr lang="en-US" smtClean="0"/>
              <a:t/>
            </a:fld>
            <a:endParaRPr lang="en-US"/>
          </a:p>
        </p:txBody>
      </p:sp>
      <p:sp>
        <p:nvSpPr>
          <p:cNvPr id="6" name="Slide Number Placeholder 5">
            <a:extLst>
              <a:ext uri="{FF2B5EF4-FFF2-40B4-BE49-F238E27FC236}">
                <a16:creationId xmlns:a16="http://schemas.microsoft.com/office/drawing/2014/main" id="{90CE8D9E-59BD-DBC5-F43C-8A6A21AE2F10}"/>
              </a:ext>
            </a:extLst>
          </p:cNvPr>
          <p:cNvSpPr>
            <a:spLocks noGrp="1"/>
          </p:cNvSpPr>
          <p:nvPr>
            <p:ph type="sldNum" sz="quarter" idx="16"/>
          </p:nvPr>
        </p:nvSpPr>
        <p:spPr/>
        <p:txBody>
          <a:bodyPr/>
          <a:lstStyle/>
          <a:p>
            <a:fld id="{5DAD859A-2C66-45B9-9A71-3CF205EC2D4A}" type="slidenum">
              <a:rPr lang="en-US" smtClean="0"/>
              <a:t/>
            </a:fld>
            <a:endParaRPr lang="en-US"/>
          </a:p>
        </p:txBody>
      </p:sp>
    </p:spTree>
    <p:extLst>
      <p:ext uri="{BB962C8B-B14F-4D97-AF65-F5344CB8AC3E}">
        <p14:creationId xmlns:p14="http://schemas.microsoft.com/office/powerpoint/2010/main" val="1212348552"/>
      </p:ext>
    </p:extLst>
  </p:cSld>
  <p:clrMapOvr>
    <a:overrideClrMapping bg1="lt1" tx1="dk1" bg2="lt2" tx2="dk2" accent1="accent1" accent2="accent2" accent3="accent3" accent4="accent4" accent5="accent5" accent6="accent6" hlink="hlink" folHlink="folHlink"/>
  </p:clrMapOvr>
</p:sldLayout>
</file>

<file path=ppt/slideLayouts/slideLayout_8000003E_68FF55A3.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1627318"/>
            <a:ext cx="8430768" cy="1842020"/>
          </a:xfrm>
        </p:spPr>
        <p:txBody>
          <a:bodyPr anchor="b">
            <a:normAutofit/>
          </a:bodyPr>
          <a:lstStyle>
            <a:lvl1pPr>
              <a:defRPr sz="6000">
                <a:gradFill>
                  <a:gsLst>
                    <a:gs pos="0">
                      <a:schemeClr val="accent2"/>
                    </a:gs>
                    <a:gs pos="100000">
                      <a:schemeClr val="accent5"/>
                    </a:gs>
                  </a:gsLst>
                  <a:lin ang="4200000" scaled="0"/>
                </a:gradFill>
              </a:defRPr>
            </a:lvl1pPr>
          </a:lstStyle>
          <a:p>
            <a:r>
              <a:rPr lang="en-US"/>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12648" y="3622673"/>
            <a:ext cx="8430768" cy="1609344"/>
          </a:xfrm>
        </p:spPr>
        <p:txBody>
          <a:bodyPr vert="horz" lIns="91440" tIns="45720" rIns="91440" bIns="45720" rtlCol="0">
            <a:normAutofit/>
          </a:bodyPr>
          <a:lstStyle>
            <a:lvl1pPr marL="0" indent="0">
              <a:buNone/>
              <a:defRPr lang="en-US" sz="2200" dirty="0"/>
            </a:lvl1pPr>
            <a:lvl2pPr marL="228600" indent="0">
              <a:buNone/>
              <a:defRPr lang="en-US" sz="1800" dirty="0"/>
            </a:lvl2pPr>
            <a:lvl3pPr marL="457200" indent="0">
              <a:buNone/>
              <a:defRPr lang="en-US" sz="16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a:extLst>
              <a:ext uri="{FF2B5EF4-FFF2-40B4-BE49-F238E27FC236}">
                <a16:creationId xmlns:a16="http://schemas.microsoft.com/office/drawing/2014/main" id="{F664FAF8-D2CD-617D-EEE4-AFE7E979984A}"/>
              </a:ext>
            </a:extLst>
          </p:cNvPr>
          <p:cNvSpPr>
            <a:spLocks noGrp="1"/>
          </p:cNvSpPr>
          <p:nvPr>
            <p:ph type="ftr" sz="quarter" idx="16"/>
          </p:nvPr>
        </p:nvSpPr>
        <p:spPr/>
        <p:txBody>
          <a:bodyPr/>
          <a:lstStyle/>
          <a:p>
            <a:endParaRPr lang="en-US"/>
          </a:p>
        </p:txBody>
      </p:sp>
      <p:sp>
        <p:nvSpPr>
          <p:cNvPr id="3" name="Date Placeholder 2">
            <a:extLst>
              <a:ext uri="{FF2B5EF4-FFF2-40B4-BE49-F238E27FC236}">
                <a16:creationId xmlns:a16="http://schemas.microsoft.com/office/drawing/2014/main" id="{7CAECC89-C65D-CAD6-3F7F-24F67D81DCF1}"/>
              </a:ext>
            </a:extLst>
          </p:cNvPr>
          <p:cNvSpPr>
            <a:spLocks noGrp="1"/>
          </p:cNvSpPr>
          <p:nvPr>
            <p:ph type="dt" sz="half" idx="15"/>
          </p:nvPr>
        </p:nvSpPr>
        <p:spPr/>
        <p:txBody>
          <a:bodyPr/>
          <a:lstStyle/>
          <a:p>
            <a:fld id="{3AEEF7F6-ECFE-4473-B3E9-C91BE833927A}" type="datetimeFigureOut">
              <a:rPr lang="en-US" smtClean="0"/>
              <a:t/>
            </a:fld>
            <a:endParaRPr lang="en-US"/>
          </a:p>
        </p:txBody>
      </p:sp>
      <p:sp>
        <p:nvSpPr>
          <p:cNvPr id="9" name="Slide Number Placeholder 8">
            <a:extLst>
              <a:ext uri="{FF2B5EF4-FFF2-40B4-BE49-F238E27FC236}">
                <a16:creationId xmlns:a16="http://schemas.microsoft.com/office/drawing/2014/main" id="{B0DB779D-8A81-935C-F850-6C0DCAD5E6D1}"/>
              </a:ext>
            </a:extLst>
          </p:cNvPr>
          <p:cNvSpPr>
            <a:spLocks noGrp="1"/>
          </p:cNvSpPr>
          <p:nvPr>
            <p:ph type="sldNum" sz="quarter" idx="17"/>
          </p:nvPr>
        </p:nvSpPr>
        <p:spPr/>
        <p:txBody>
          <a:bodyPr/>
          <a:lstStyle/>
          <a:p>
            <a:fld id="{5DAD859A-2C66-45B9-9A71-3CF205EC2D4A}" type="slidenum">
              <a:rPr lang="en-US" smtClean="0"/>
              <a:t/>
            </a:fld>
            <a:endParaRPr lang="en-US"/>
          </a:p>
        </p:txBody>
      </p:sp>
    </p:spTree>
    <p:extLst>
      <p:ext uri="{BB962C8B-B14F-4D97-AF65-F5344CB8AC3E}">
        <p14:creationId xmlns:p14="http://schemas.microsoft.com/office/powerpoint/2010/main" val="1761564067"/>
      </p:ext>
    </p:extLst>
  </p:cSld>
  <p:clrMapOvr>
    <a:overrideClrMapping bg1="lt1" tx1="dk1" bg2="lt2" tx2="dk2" accent1="accent1" accent2="accent2" accent3="accent3" accent4="accent4" accent5="accent5" accent6="accent6" hlink="hlink" folHlink="folHlink"/>
  </p:clrMapOvr>
</p:sldLayout>
</file>

<file path=ppt/slideLayouts/slideLayout_80000001_7C834367.xml><?xml version="1.0" encoding="utf-8"?>
<p:sldLayout xmlns:a="http://schemas.openxmlformats.org/drawingml/2006/main" xmlns:r="http://schemas.openxmlformats.org/officeDocument/2006/relationships" xmlns:p="http://schemas.openxmlformats.org/presentationml/2006/main" preserve="1">
  <p:cSld name="Title with Pictur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8" y="502920"/>
            <a:ext cx="5852160" cy="2953512"/>
          </a:xfrm>
        </p:spPr>
        <p:txBody>
          <a:bodyPr vert="horz" lIns="91440" tIns="45720" rIns="91440" bIns="45720" rtlCol="0" anchor="t">
            <a:normAutofit/>
          </a:bodyPr>
          <a:lstStyle>
            <a:lvl1pPr>
              <a:defRPr lang="en-US" sz="5400" dirty="0">
                <a:gradFill>
                  <a:gsLst>
                    <a:gs pos="0">
                      <a:schemeClr val="accent2"/>
                    </a:gs>
                    <a:gs pos="100000">
                      <a:schemeClr val="accent5"/>
                    </a:gs>
                  </a:gsLst>
                  <a:lin ang="15600000" scaled="0"/>
                </a:gra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8" y="4544568"/>
            <a:ext cx="4681728" cy="1591056"/>
          </a:xfrm>
        </p:spPr>
        <p:txBody>
          <a:bodyPr vert="horz" lIns="91440" tIns="45720" rIns="91440" bIns="45720" rtlCol="0" anchor="ctr">
            <a:normAutofit/>
          </a:bodyPr>
          <a:lstStyle>
            <a:lvl1pPr marL="0" indent="0">
              <a:buNone/>
              <a:defRPr lang="en-US" sz="2000" dirty="0"/>
            </a:lvl1pPr>
          </a:lstStyle>
          <a:p>
            <a:pPr lvl="0"/>
            <a:r>
              <a:rPr lang="en-US"/>
              <a:t>Click to edit Master subtitle style</a:t>
            </a:r>
          </a:p>
        </p:txBody>
      </p:sp>
      <p:sp>
        <p:nvSpPr>
          <p:cNvPr id="11" name="Footer Placeholder 10">
            <a:extLst>
              <a:ext uri="{FF2B5EF4-FFF2-40B4-BE49-F238E27FC236}">
                <a16:creationId xmlns:a16="http://schemas.microsoft.com/office/drawing/2014/main" id="{F98245A6-7E39-43E3-BB93-77F622756065}"/>
              </a:ext>
            </a:extLst>
          </p:cNvPr>
          <p:cNvSpPr>
            <a:spLocks noGrp="1"/>
          </p:cNvSpPr>
          <p:nvPr>
            <p:ph type="ftr" sz="quarter" idx="15"/>
          </p:nvPr>
        </p:nvSpPr>
        <p:spPr/>
        <p:txBody>
          <a:bodyPr/>
          <a:lstStyle/>
          <a:p>
            <a:endParaRPr lang="en-US"/>
          </a:p>
        </p:txBody>
      </p:sp>
      <p:sp>
        <p:nvSpPr>
          <p:cNvPr id="10" name="Date Placeholder 9">
            <a:extLst>
              <a:ext uri="{FF2B5EF4-FFF2-40B4-BE49-F238E27FC236}">
                <a16:creationId xmlns:a16="http://schemas.microsoft.com/office/drawing/2014/main" id="{00431E1F-9861-6E9A-6FDA-9450A0A9109C}"/>
              </a:ext>
            </a:extLst>
          </p:cNvPr>
          <p:cNvSpPr>
            <a:spLocks noGrp="1"/>
          </p:cNvSpPr>
          <p:nvPr>
            <p:ph type="dt" sz="half" idx="14"/>
          </p:nvPr>
        </p:nvSpPr>
        <p:spPr>
          <a:xfrm>
            <a:off x="4617720" y="6318504"/>
            <a:ext cx="2153412" cy="365760"/>
          </a:xfrm>
        </p:spPr>
        <p:txBody>
          <a:bodyPr/>
          <a:lstStyle/>
          <a:p>
            <a:fld id="{3AEEF7F6-ECFE-4473-B3E9-C91BE833927A}" type="datetimeFigureOut">
              <a:rPr lang="en-US" smtClean="0"/>
              <a:t/>
            </a:fld>
            <a:endParaRPr lang="en-US"/>
          </a:p>
        </p:txBody>
      </p:sp>
      <p:sp>
        <p:nvSpPr>
          <p:cNvPr id="12" name="Slide Number Placeholder 11">
            <a:extLst>
              <a:ext uri="{FF2B5EF4-FFF2-40B4-BE49-F238E27FC236}">
                <a16:creationId xmlns:a16="http://schemas.microsoft.com/office/drawing/2014/main" id="{43C4D8A9-0078-62DC-A293-9B6083ED649D}"/>
              </a:ext>
            </a:extLst>
          </p:cNvPr>
          <p:cNvSpPr>
            <a:spLocks noGrp="1"/>
          </p:cNvSpPr>
          <p:nvPr>
            <p:ph type="sldNum" sz="quarter" idx="16"/>
          </p:nvPr>
        </p:nvSpPr>
        <p:spPr>
          <a:xfrm>
            <a:off x="6688836" y="6318504"/>
            <a:ext cx="493776" cy="365760"/>
          </a:xfrm>
        </p:spPr>
        <p:txBody>
          <a:bodyPr/>
          <a:lstStyle/>
          <a:p>
            <a:fld id="{5DAD859A-2C66-45B9-9A71-3CF205EC2D4A}" type="slidenum">
              <a:rPr lang="en-US" smtClean="0"/>
              <a:t/>
            </a:fld>
            <a:endParaRPr lang="en-US"/>
          </a:p>
        </p:txBody>
      </p:sp>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7534656" y="0"/>
            <a:ext cx="4657344" cy="6858000"/>
          </a:xfrm>
          <a:blipFill>
            <a:blip r:embed="rId2">
              <a:alphaModFix amt="70000"/>
            </a:blip>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208897725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02_5988AAAB.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3EACE7F8-A7D9-2E2C-2B0B-0DB8D7168AAC}"/>
              </a:ext>
              <a:ext uri="{C183D7F6-B498-43B3-948B-1728B52AA6E4}">
                <adec:decorative xmlns:adec="http://schemas.microsoft.com/office/drawing/2017/decorative" val="1"/>
              </a:ext>
            </a:extLst>
          </p:cNvPr>
          <p:cNvGrpSpPr/>
          <p:nvPr/>
        </p:nvGrpSpPr>
        <p:grpSpPr>
          <a:xfrm rot="10800000">
            <a:off x="0" y="6743026"/>
            <a:ext cx="12207200" cy="123363"/>
            <a:chOff x="-5025" y="6737718"/>
            <a:chExt cx="12207200" cy="123363"/>
          </a:xfrm>
        </p:grpSpPr>
        <p:sp>
          <p:nvSpPr>
            <p:cNvPr id="11" name="Rectangle 10">
              <a:extLst>
                <a:ext uri="{FF2B5EF4-FFF2-40B4-BE49-F238E27FC236}">
                  <a16:creationId xmlns:a16="http://schemas.microsoft.com/office/drawing/2014/main" id="{DB768309-21D1-59BA-F479-9F846B9A0FB2}"/>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3D94F90-5391-9976-036B-C34C2C30448C}"/>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457200"/>
            <a:ext cx="10954512" cy="731520"/>
          </a:xfrm>
        </p:spPr>
        <p:txBody>
          <a:bodyPr/>
          <a:lstStyle>
            <a:lvl1pPr>
              <a:defRPr>
                <a:gradFill>
                  <a:gsLst>
                    <a:gs pos="0">
                      <a:schemeClr val="accent5"/>
                    </a:gs>
                    <a:gs pos="100000">
                      <a:schemeClr val="accent2"/>
                    </a:gs>
                  </a:gsLst>
                  <a:lin ang="13800000" scaled="0"/>
                </a:gradFill>
              </a:defRPr>
            </a:lvl1p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612648" y="1362455"/>
            <a:ext cx="10954512" cy="495604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a:extLst>
              <a:ext uri="{FF2B5EF4-FFF2-40B4-BE49-F238E27FC236}">
                <a16:creationId xmlns:a16="http://schemas.microsoft.com/office/drawing/2014/main" id="{9BEDC843-90AD-36D3-6615-3505603F8E22}"/>
              </a:ext>
            </a:extLst>
          </p:cNvPr>
          <p:cNvSpPr>
            <a:spLocks noGrp="1"/>
          </p:cNvSpPr>
          <p:nvPr>
            <p:ph type="ftr" sz="quarter" idx="11"/>
          </p:nvPr>
        </p:nvSpPr>
        <p:spPr/>
        <p:txBody>
          <a:bodyPr/>
          <a:lstStyle/>
          <a:p>
            <a:endParaRPr lang="en-US"/>
          </a:p>
        </p:txBody>
      </p:sp>
      <p:sp>
        <p:nvSpPr>
          <p:cNvPr id="7" name="Date Placeholder 6">
            <a:extLst>
              <a:ext uri="{FF2B5EF4-FFF2-40B4-BE49-F238E27FC236}">
                <a16:creationId xmlns:a16="http://schemas.microsoft.com/office/drawing/2014/main" id="{852C5F7B-97CA-C06C-A155-E4BC307DB0FB}"/>
              </a:ext>
            </a:extLst>
          </p:cNvPr>
          <p:cNvSpPr>
            <a:spLocks noGrp="1"/>
          </p:cNvSpPr>
          <p:nvPr>
            <p:ph type="dt" sz="half" idx="10"/>
          </p:nvPr>
        </p:nvSpPr>
        <p:spPr/>
        <p:txBody>
          <a:bodyPr/>
          <a:lstStyle/>
          <a:p>
            <a:fld id="{3AEEF7F6-ECFE-4473-B3E9-C91BE833927A}" type="datetimeFigureOut">
              <a:rPr lang="en-US" smtClean="0"/>
              <a:t/>
            </a:fld>
            <a:endParaRPr lang="en-US"/>
          </a:p>
        </p:txBody>
      </p:sp>
      <p:sp>
        <p:nvSpPr>
          <p:cNvPr id="9" name="Slide Number Placeholder 8">
            <a:extLst>
              <a:ext uri="{FF2B5EF4-FFF2-40B4-BE49-F238E27FC236}">
                <a16:creationId xmlns:a16="http://schemas.microsoft.com/office/drawing/2014/main" id="{DB324737-C1DF-CE60-245E-385E02AC2FB0}"/>
              </a:ext>
            </a:extLst>
          </p:cNvPr>
          <p:cNvSpPr>
            <a:spLocks noGrp="1"/>
          </p:cNvSpPr>
          <p:nvPr>
            <p:ph type="sldNum" sz="quarter" idx="12"/>
          </p:nvPr>
        </p:nvSpPr>
        <p:spPr/>
        <p:txBody>
          <a:bodyPr/>
          <a:lstStyle/>
          <a:p>
            <a:fld id="{5DAD859A-2C66-45B9-9A71-3CF205EC2D4A}" type="slidenum">
              <a:rPr lang="en-US" smtClean="0"/>
              <a:t/>
            </a:fld>
            <a:endParaRPr lang="en-US"/>
          </a:p>
        </p:txBody>
      </p:sp>
    </p:spTree>
    <p:extLst>
      <p:ext uri="{BB962C8B-B14F-4D97-AF65-F5344CB8AC3E}">
        <p14:creationId xmlns:p14="http://schemas.microsoft.com/office/powerpoint/2010/main" val="1502128811"/>
      </p:ext>
    </p:extLst>
  </p:cSld>
  <p:clrMapOvr>
    <a:masterClrMapping/>
  </p:clrMapOvr>
</p:sldLayout>
</file>

<file path=ppt/slideLayouts/slideLayout_80000003_C92FF1E0.xml><?xml version="1.0" encoding="utf-8"?>
<p:sldLayout xmlns:a="http://schemas.openxmlformats.org/drawingml/2006/main" xmlns:r="http://schemas.openxmlformats.org/officeDocument/2006/relationships" xmlns:p="http://schemas.openxmlformats.org/presentationml/2006/main" preserve="1">
  <p:cSld name="Title with Pictur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8247888" y="713232"/>
            <a:ext cx="3364992" cy="3227832"/>
          </a:xfrm>
        </p:spPr>
        <p:txBody>
          <a:bodyPr vert="horz" lIns="91440" tIns="45720" rIns="91440" bIns="45720" rtlCol="0" anchor="t">
            <a:normAutofit/>
          </a:bodyPr>
          <a:lstStyle>
            <a:lvl1pPr>
              <a:defRPr lang="en-US" sz="4000" dirty="0">
                <a:gradFill>
                  <a:gsLst>
                    <a:gs pos="0">
                      <a:schemeClr val="accent2"/>
                    </a:gs>
                    <a:gs pos="100000">
                      <a:schemeClr val="accent5"/>
                    </a:gs>
                  </a:gsLst>
                  <a:lin ang="15600000" scaled="0"/>
                </a:gra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8247888" y="5138927"/>
            <a:ext cx="3200400" cy="1197864"/>
          </a:xfrm>
        </p:spPr>
        <p:txBody>
          <a:bodyPr vert="horz" lIns="91440" tIns="45720" rIns="91440" bIns="45720" rtlCol="0">
            <a:normAutofit/>
          </a:bodyPr>
          <a:lstStyle>
            <a:lvl1pPr marL="0" indent="0">
              <a:buNone/>
              <a:defRPr lang="en-US" sz="2000" dirty="0"/>
            </a:lvl1pPr>
          </a:lstStyle>
          <a:p>
            <a:pPr lvl="0"/>
            <a:r>
              <a:rPr lang="en-US"/>
              <a:t>Click to edit Master subtitle style</a:t>
            </a:r>
          </a:p>
        </p:txBody>
      </p:sp>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0" y="0"/>
            <a:ext cx="7548451" cy="6858000"/>
          </a:xfrm>
          <a:blipFill>
            <a:blip r:embed="rId2">
              <a:alphaModFix amt="70000"/>
            </a:blip>
            <a:stretch>
              <a:fillRect/>
            </a:stretch>
          </a:blipFill>
        </p:spPr>
        <p:txBody>
          <a:bodyPr/>
          <a:lstStyle>
            <a:lvl1pPr marL="0" indent="0">
              <a:buNone/>
              <a:defRPr/>
            </a:lvl1pPr>
          </a:lstStyle>
          <a:p>
            <a:r>
              <a:rPr lang="en-US"/>
              <a:t> </a:t>
            </a:r>
          </a:p>
        </p:txBody>
      </p:sp>
      <p:grpSp>
        <p:nvGrpSpPr>
          <p:cNvPr id="7" name="Group 6">
            <a:extLst>
              <a:ext uri="{FF2B5EF4-FFF2-40B4-BE49-F238E27FC236}">
                <a16:creationId xmlns:a16="http://schemas.microsoft.com/office/drawing/2014/main" id="{9BCBE317-7590-8646-B2DB-5BED6EE8A19B}"/>
              </a:ext>
              <a:ext uri="{C183D7F6-B498-43B3-948B-1728B52AA6E4}">
                <adec:decorative xmlns:adec="http://schemas.microsoft.com/office/drawing/2017/decorative" val="1"/>
              </a:ext>
            </a:extLst>
          </p:cNvPr>
          <p:cNvGrpSpPr/>
          <p:nvPr/>
        </p:nvGrpSpPr>
        <p:grpSpPr>
          <a:xfrm rot="5400000">
            <a:off x="4181134" y="3367319"/>
            <a:ext cx="6858000" cy="123363"/>
            <a:chOff x="-5025" y="6737718"/>
            <a:chExt cx="12207200" cy="123363"/>
          </a:xfrm>
        </p:grpSpPr>
        <p:sp>
          <p:nvSpPr>
            <p:cNvPr id="8" name="Rectangle 7">
              <a:extLst>
                <a:ext uri="{FF2B5EF4-FFF2-40B4-BE49-F238E27FC236}">
                  <a16:creationId xmlns:a16="http://schemas.microsoft.com/office/drawing/2014/main" id="{55B255D3-4FB2-87A8-E502-9CDE10990A39}"/>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D15F704-CD21-A249-03F6-4F036D21400B}"/>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 name="Footer Placeholder 4">
            <a:extLst>
              <a:ext uri="{FF2B5EF4-FFF2-40B4-BE49-F238E27FC236}">
                <a16:creationId xmlns:a16="http://schemas.microsoft.com/office/drawing/2014/main" id="{6B30B7E9-D8D3-BC56-A758-6C86B58C0AC5}"/>
              </a:ext>
            </a:extLst>
          </p:cNvPr>
          <p:cNvSpPr>
            <a:spLocks noGrp="1"/>
          </p:cNvSpPr>
          <p:nvPr>
            <p:ph type="ftr" sz="quarter" idx="15"/>
          </p:nvPr>
        </p:nvSpPr>
        <p:spPr>
          <a:xfrm>
            <a:off x="8247888" y="6318504"/>
            <a:ext cx="2459736" cy="365760"/>
          </a:xfrm>
        </p:spPr>
        <p:txBody>
          <a:bodyPr/>
          <a:lstStyle/>
          <a:p>
            <a:endParaRPr lang="en-US"/>
          </a:p>
        </p:txBody>
      </p:sp>
      <p:sp>
        <p:nvSpPr>
          <p:cNvPr id="4" name="Date Placeholder 3">
            <a:extLst>
              <a:ext uri="{FF2B5EF4-FFF2-40B4-BE49-F238E27FC236}">
                <a16:creationId xmlns:a16="http://schemas.microsoft.com/office/drawing/2014/main" id="{3D4FF974-138E-88CF-9001-1A07C67D1DFD}"/>
              </a:ext>
            </a:extLst>
          </p:cNvPr>
          <p:cNvSpPr>
            <a:spLocks noGrp="1"/>
          </p:cNvSpPr>
          <p:nvPr>
            <p:ph type="dt" sz="half" idx="14"/>
          </p:nvPr>
        </p:nvSpPr>
        <p:spPr>
          <a:xfrm>
            <a:off x="10707624" y="6318504"/>
            <a:ext cx="859536" cy="365760"/>
          </a:xfrm>
        </p:spPr>
        <p:txBody>
          <a:bodyPr/>
          <a:lstStyle/>
          <a:p>
            <a:fld id="{3AEEF7F6-ECFE-4473-B3E9-C91BE833927A}" type="datetimeFigureOut">
              <a:rPr lang="en-US" smtClean="0"/>
              <a:t/>
            </a:fld>
            <a:endParaRPr lang="en-US"/>
          </a:p>
        </p:txBody>
      </p:sp>
      <p:sp>
        <p:nvSpPr>
          <p:cNvPr id="6" name="Slide Number Placeholder 5">
            <a:extLst>
              <a:ext uri="{FF2B5EF4-FFF2-40B4-BE49-F238E27FC236}">
                <a16:creationId xmlns:a16="http://schemas.microsoft.com/office/drawing/2014/main" id="{E1DA7CD4-7B92-1CD1-A9F0-94B053972CA3}"/>
              </a:ext>
            </a:extLst>
          </p:cNvPr>
          <p:cNvSpPr>
            <a:spLocks noGrp="1"/>
          </p:cNvSpPr>
          <p:nvPr>
            <p:ph type="sldNum" sz="quarter" idx="16"/>
          </p:nvPr>
        </p:nvSpPr>
        <p:spPr/>
        <p:txBody>
          <a:bodyPr/>
          <a:lstStyle/>
          <a:p>
            <a:fld id="{5DAD859A-2C66-45B9-9A71-3CF205EC2D4A}" type="slidenum">
              <a:rPr lang="en-US" smtClean="0"/>
              <a:t/>
            </a:fld>
            <a:endParaRPr lang="en-US"/>
          </a:p>
        </p:txBody>
      </p:sp>
    </p:spTree>
    <p:extLst>
      <p:ext uri="{BB962C8B-B14F-4D97-AF65-F5344CB8AC3E}">
        <p14:creationId xmlns:p14="http://schemas.microsoft.com/office/powerpoint/2010/main" val="337536252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04_CFD355C0.xml><?xml version="1.0" encoding="utf-8"?>
<p:sldLayout xmlns:a="http://schemas.openxmlformats.org/drawingml/2006/main" xmlns:r="http://schemas.openxmlformats.org/officeDocument/2006/relationships" xmlns:p="http://schemas.openxmlformats.org/presentationml/2006/main" preserve="1">
  <p:cSld name="Title with Picture 3">
    <p:bg>
      <p:bgRef idx="1001">
        <a:schemeClr val="bg1"/>
      </p:bgRef>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CEAB82C7-4740-BEAB-85E9-C816E1CDC453}"/>
              </a:ext>
              <a:ext uri="{C183D7F6-B498-43B3-948B-1728B52AA6E4}">
                <adec:decorative xmlns:adec="http://schemas.microsoft.com/office/drawing/2017/decorative" val="1"/>
              </a:ext>
            </a:extLst>
          </p:cNvPr>
          <p:cNvGrpSpPr/>
          <p:nvPr/>
        </p:nvGrpSpPr>
        <p:grpSpPr>
          <a:xfrm rot="10800000">
            <a:off x="0" y="4492680"/>
            <a:ext cx="12207200" cy="123363"/>
            <a:chOff x="-5025" y="6737718"/>
            <a:chExt cx="12207200" cy="123363"/>
          </a:xfrm>
        </p:grpSpPr>
        <p:sp>
          <p:nvSpPr>
            <p:cNvPr id="5" name="Rectangle 4">
              <a:extLst>
                <a:ext uri="{FF2B5EF4-FFF2-40B4-BE49-F238E27FC236}">
                  <a16:creationId xmlns:a16="http://schemas.microsoft.com/office/drawing/2014/main" id="{0B7E10D0-EE9E-6432-2C4D-0324DE19518E}"/>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663B4BE8-5DA5-6F2B-0DB6-7901D4547F64}"/>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22732" y="4965192"/>
            <a:ext cx="11146536" cy="786384"/>
          </a:xfrm>
        </p:spPr>
        <p:txBody>
          <a:bodyPr anchor="b">
            <a:normAutofit/>
          </a:bodyPr>
          <a:lstStyle>
            <a:lvl1pPr algn="ctr">
              <a:defRPr sz="3600">
                <a:solidFill>
                  <a:schemeClr val="tx1"/>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143000" y="5806440"/>
            <a:ext cx="9902952" cy="576072"/>
          </a:xfrm>
        </p:spPr>
        <p:txBody>
          <a:bodyPr anchor="t">
            <a:normAutofit/>
          </a:bodyPr>
          <a:lstStyle>
            <a:lvl1pPr marL="0" indent="0" algn="ctr">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0" y="0"/>
            <a:ext cx="12188952" cy="4492679"/>
          </a:xfrm>
          <a:blipFill>
            <a:blip r:embed="rId2">
              <a:alphaModFix amt="70000"/>
            </a:blip>
            <a:stretch>
              <a:fillRect/>
            </a:stretch>
          </a:blipFill>
        </p:spPr>
        <p:txBody>
          <a:bodyPr/>
          <a:lstStyle>
            <a:lvl1pPr marL="0" indent="0">
              <a:buNone/>
              <a:defRPr/>
            </a:lvl1pPr>
          </a:lstStyle>
          <a:p>
            <a:r>
              <a:rPr lang="en-US"/>
              <a:t> </a:t>
            </a:r>
          </a:p>
        </p:txBody>
      </p:sp>
      <p:sp>
        <p:nvSpPr>
          <p:cNvPr id="8" name="Footer Placeholder 7">
            <a:extLst>
              <a:ext uri="{FF2B5EF4-FFF2-40B4-BE49-F238E27FC236}">
                <a16:creationId xmlns:a16="http://schemas.microsoft.com/office/drawing/2014/main" id="{E972D5EE-6935-237E-C4A2-C61261249F33}"/>
              </a:ext>
            </a:extLst>
          </p:cNvPr>
          <p:cNvSpPr>
            <a:spLocks noGrp="1"/>
          </p:cNvSpPr>
          <p:nvPr>
            <p:ph type="ftr" sz="quarter" idx="15"/>
          </p:nvPr>
        </p:nvSpPr>
        <p:spPr/>
        <p:txBody>
          <a:bodyPr/>
          <a:lstStyle/>
          <a:p>
            <a:endParaRPr lang="en-US"/>
          </a:p>
        </p:txBody>
      </p:sp>
      <p:sp>
        <p:nvSpPr>
          <p:cNvPr id="7" name="Date Placeholder 6">
            <a:extLst>
              <a:ext uri="{FF2B5EF4-FFF2-40B4-BE49-F238E27FC236}">
                <a16:creationId xmlns:a16="http://schemas.microsoft.com/office/drawing/2014/main" id="{0F001462-21CF-5988-0554-7DB1C494B04E}"/>
              </a:ext>
            </a:extLst>
          </p:cNvPr>
          <p:cNvSpPr>
            <a:spLocks noGrp="1"/>
          </p:cNvSpPr>
          <p:nvPr>
            <p:ph type="dt" sz="half" idx="14"/>
          </p:nvPr>
        </p:nvSpPr>
        <p:spPr/>
        <p:txBody>
          <a:bodyPr/>
          <a:lstStyle/>
          <a:p>
            <a:fld id="{3AEEF7F6-ECFE-4473-B3E9-C91BE833927A}" type="datetimeFigureOut">
              <a:rPr lang="en-US" smtClean="0"/>
              <a:t/>
            </a:fld>
            <a:endParaRPr lang="en-US"/>
          </a:p>
        </p:txBody>
      </p:sp>
      <p:sp>
        <p:nvSpPr>
          <p:cNvPr id="13" name="Slide Number Placeholder 12">
            <a:extLst>
              <a:ext uri="{FF2B5EF4-FFF2-40B4-BE49-F238E27FC236}">
                <a16:creationId xmlns:a16="http://schemas.microsoft.com/office/drawing/2014/main" id="{C81CEA4D-A8A1-D4D2-8F28-C83469372446}"/>
              </a:ext>
            </a:extLst>
          </p:cNvPr>
          <p:cNvSpPr>
            <a:spLocks noGrp="1"/>
          </p:cNvSpPr>
          <p:nvPr>
            <p:ph type="sldNum" sz="quarter" idx="16"/>
          </p:nvPr>
        </p:nvSpPr>
        <p:spPr/>
        <p:txBody>
          <a:bodyPr/>
          <a:lstStyle/>
          <a:p>
            <a:fld id="{5DAD859A-2C66-45B9-9A71-3CF205EC2D4A}" type="slidenum">
              <a:rPr lang="en-US" smtClean="0"/>
              <a:t/>
            </a:fld>
            <a:endParaRPr lang="en-US"/>
          </a:p>
        </p:txBody>
      </p:sp>
    </p:spTree>
    <p:extLst>
      <p:ext uri="{BB962C8B-B14F-4D97-AF65-F5344CB8AC3E}">
        <p14:creationId xmlns:p14="http://schemas.microsoft.com/office/powerpoint/2010/main" val="3486733760"/>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05_ED1CC398.xml><?xml version="1.0" encoding="utf-8"?>
<p:sldLayout xmlns:a="http://schemas.openxmlformats.org/drawingml/2006/main" xmlns:r="http://schemas.openxmlformats.org/officeDocument/2006/relationships" xmlns:p="http://schemas.openxmlformats.org/presentationml/2006/main" type="title" preserve="1">
  <p:cSld name="Titl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8" y="429768"/>
            <a:ext cx="9336024" cy="3776472"/>
          </a:xfrm>
        </p:spPr>
        <p:txBody>
          <a:bodyPr vert="horz" lIns="91440" tIns="45720" rIns="91440" bIns="45720" rtlCol="0" anchor="t">
            <a:normAutofit/>
          </a:bodyPr>
          <a:lstStyle>
            <a:lvl1pPr>
              <a:defRPr lang="en-US" sz="8000" dirty="0">
                <a:gradFill>
                  <a:gsLst>
                    <a:gs pos="0">
                      <a:schemeClr val="accent5"/>
                    </a:gs>
                    <a:gs pos="100000">
                      <a:schemeClr val="accent2"/>
                    </a:gs>
                  </a:gsLst>
                  <a:lin ang="6000000" scaled="0"/>
                </a:gra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8" y="4663440"/>
            <a:ext cx="6903720" cy="1344168"/>
          </a:xfrm>
        </p:spPr>
        <p:txBody>
          <a:bodyPr vert="horz" lIns="91440" tIns="45720" rIns="91440" bIns="45720" rtlCol="0" anchor="ctr">
            <a:normAutofit/>
          </a:bodyPr>
          <a:lstStyle>
            <a:lvl1pPr marL="0" indent="0">
              <a:buNone/>
              <a:defRPr lang="en-US" sz="2000" dirty="0"/>
            </a:lvl1pPr>
          </a:lstStyle>
          <a:p>
            <a:pPr lvl="0"/>
            <a:r>
              <a:rPr lang="en-US"/>
              <a:t>Click to edit Master subtitle style</a:t>
            </a:r>
          </a:p>
        </p:txBody>
      </p:sp>
      <p:sp>
        <p:nvSpPr>
          <p:cNvPr id="5" name="Footer Placeholder 4">
            <a:extLst>
              <a:ext uri="{FF2B5EF4-FFF2-40B4-BE49-F238E27FC236}">
                <a16:creationId xmlns:a16="http://schemas.microsoft.com/office/drawing/2014/main" id="{50AAE0C5-AA7D-C4A0-BB09-3D328C8523AC}"/>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F8454691-E40E-1B02-C9B2-FD70013E0175}"/>
              </a:ext>
            </a:extLst>
          </p:cNvPr>
          <p:cNvSpPr>
            <a:spLocks noGrp="1"/>
          </p:cNvSpPr>
          <p:nvPr>
            <p:ph type="dt" sz="half" idx="10"/>
          </p:nvPr>
        </p:nvSpPr>
        <p:spPr/>
        <p:txBody>
          <a:bodyPr/>
          <a:lstStyle/>
          <a:p>
            <a:fld id="{3AEEF7F6-ECFE-4473-B3E9-C91BE833927A}" type="datetimeFigureOut">
              <a:rPr lang="en-US" smtClean="0"/>
              <a:t/>
            </a:fld>
            <a:endParaRPr lang="en-US"/>
          </a:p>
        </p:txBody>
      </p:sp>
      <p:sp>
        <p:nvSpPr>
          <p:cNvPr id="6" name="Slide Number Placeholder 5">
            <a:extLst>
              <a:ext uri="{FF2B5EF4-FFF2-40B4-BE49-F238E27FC236}">
                <a16:creationId xmlns:a16="http://schemas.microsoft.com/office/drawing/2014/main" id="{8D766BF4-6BB2-066C-5243-2D5CF17BA496}"/>
              </a:ext>
            </a:extLst>
          </p:cNvPr>
          <p:cNvSpPr>
            <a:spLocks noGrp="1"/>
          </p:cNvSpPr>
          <p:nvPr>
            <p:ph type="sldNum" sz="quarter" idx="12"/>
          </p:nvPr>
        </p:nvSpPr>
        <p:spPr/>
        <p:txBody>
          <a:bodyPr/>
          <a:lstStyle/>
          <a:p>
            <a:fld id="{5DAD859A-2C66-45B9-9A71-3CF205EC2D4A}" type="slidenum">
              <a:rPr lang="en-US" smtClean="0"/>
              <a:t/>
            </a:fld>
            <a:endParaRPr lang="en-US"/>
          </a:p>
        </p:txBody>
      </p:sp>
    </p:spTree>
    <p:extLst>
      <p:ext uri="{BB962C8B-B14F-4D97-AF65-F5344CB8AC3E}">
        <p14:creationId xmlns:p14="http://schemas.microsoft.com/office/powerpoint/2010/main" val="397808527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06_3A557F7F.xml><?xml version="1.0" encoding="utf-8"?>
<p:sldLayout xmlns:a="http://schemas.openxmlformats.org/drawingml/2006/main" xmlns:r="http://schemas.openxmlformats.org/officeDocument/2006/relationships" xmlns:p="http://schemas.openxmlformats.org/presentationml/2006/main" type="title" preserve="1">
  <p:cSld name="Titl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8" y="429768"/>
            <a:ext cx="9336024" cy="3776472"/>
          </a:xfrm>
        </p:spPr>
        <p:txBody>
          <a:bodyPr vert="horz" lIns="91440" tIns="45720" rIns="91440" bIns="45720" rtlCol="0" anchor="b">
            <a:normAutofit/>
          </a:bodyPr>
          <a:lstStyle>
            <a:lvl1pPr>
              <a:defRPr lang="en-US" sz="8000" dirty="0">
                <a:gradFill>
                  <a:gsLst>
                    <a:gs pos="0">
                      <a:schemeClr val="accent5"/>
                    </a:gs>
                    <a:gs pos="100000">
                      <a:schemeClr val="accent2"/>
                    </a:gs>
                  </a:gsLst>
                  <a:lin ang="6000000" scaled="0"/>
                </a:gra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8" y="4663440"/>
            <a:ext cx="6903720" cy="1344168"/>
          </a:xfrm>
        </p:spPr>
        <p:txBody>
          <a:bodyPr vert="horz" lIns="91440" tIns="45720" rIns="91440" bIns="45720" rtlCol="0" anchor="t">
            <a:normAutofit/>
          </a:bodyPr>
          <a:lstStyle>
            <a:lvl1pPr marL="0" indent="0">
              <a:buNone/>
              <a:defRPr lang="en-US" sz="2000" dirty="0"/>
            </a:lvl1pPr>
          </a:lstStyle>
          <a:p>
            <a:pPr lvl="0"/>
            <a:r>
              <a:rPr lang="en-US"/>
              <a:t>Click to edit Master subtitle style</a:t>
            </a:r>
          </a:p>
        </p:txBody>
      </p:sp>
      <p:sp>
        <p:nvSpPr>
          <p:cNvPr id="5" name="Footer Placeholder 4">
            <a:extLst>
              <a:ext uri="{FF2B5EF4-FFF2-40B4-BE49-F238E27FC236}">
                <a16:creationId xmlns:a16="http://schemas.microsoft.com/office/drawing/2014/main" id="{50AAE0C5-AA7D-C4A0-BB09-3D328C8523AC}"/>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F8454691-E40E-1B02-C9B2-FD70013E0175}"/>
              </a:ext>
            </a:extLst>
          </p:cNvPr>
          <p:cNvSpPr>
            <a:spLocks noGrp="1"/>
          </p:cNvSpPr>
          <p:nvPr>
            <p:ph type="dt" sz="half" idx="10"/>
          </p:nvPr>
        </p:nvSpPr>
        <p:spPr/>
        <p:txBody>
          <a:bodyPr/>
          <a:lstStyle/>
          <a:p>
            <a:fld id="{3AEEF7F6-ECFE-4473-B3E9-C91BE833927A}" type="datetimeFigureOut">
              <a:rPr lang="en-US" smtClean="0"/>
              <a:t/>
            </a:fld>
            <a:endParaRPr lang="en-US"/>
          </a:p>
        </p:txBody>
      </p:sp>
      <p:sp>
        <p:nvSpPr>
          <p:cNvPr id="6" name="Slide Number Placeholder 5">
            <a:extLst>
              <a:ext uri="{FF2B5EF4-FFF2-40B4-BE49-F238E27FC236}">
                <a16:creationId xmlns:a16="http://schemas.microsoft.com/office/drawing/2014/main" id="{8D766BF4-6BB2-066C-5243-2D5CF17BA496}"/>
              </a:ext>
            </a:extLst>
          </p:cNvPr>
          <p:cNvSpPr>
            <a:spLocks noGrp="1"/>
          </p:cNvSpPr>
          <p:nvPr>
            <p:ph type="sldNum" sz="quarter" idx="12"/>
          </p:nvPr>
        </p:nvSpPr>
        <p:spPr/>
        <p:txBody>
          <a:bodyPr/>
          <a:lstStyle/>
          <a:p>
            <a:fld id="{5DAD859A-2C66-45B9-9A71-3CF205EC2D4A}" type="slidenum">
              <a:rPr lang="en-US" smtClean="0"/>
              <a:t/>
            </a:fld>
            <a:endParaRPr lang="en-US"/>
          </a:p>
        </p:txBody>
      </p:sp>
    </p:spTree>
    <p:extLst>
      <p:ext uri="{BB962C8B-B14F-4D97-AF65-F5344CB8AC3E}">
        <p14:creationId xmlns:p14="http://schemas.microsoft.com/office/powerpoint/2010/main" val="97868172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07_9D29910E.xml><?xml version="1.0" encoding="utf-8"?>
<p:sldLayout xmlns:a="http://schemas.openxmlformats.org/drawingml/2006/main" xmlns:r="http://schemas.openxmlformats.org/officeDocument/2006/relationships" xmlns:p="http://schemas.openxmlformats.org/presentationml/2006/main" type="title" preserve="1">
  <p:cSld name="Title 3">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A219385-CEEC-20A5-C72F-B13448DE6E0F}"/>
              </a:ext>
            </a:extLst>
          </p:cNvPr>
          <p:cNvSpPr/>
          <p:nvPr/>
        </p:nvSpPr>
        <p:spPr>
          <a:xfrm>
            <a:off x="0" y="-12003"/>
            <a:ext cx="121920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E9FFFB07-15C3-5030-73A7-6D0EBC2FB180}"/>
              </a:ext>
            </a:extLst>
          </p:cNvPr>
          <p:cNvSpPr/>
          <p:nvPr/>
        </p:nvSpPr>
        <p:spPr>
          <a:xfrm>
            <a:off x="0" y="0"/>
            <a:ext cx="12192000" cy="6858000"/>
          </a:xfrm>
          <a:prstGeom prst="rect">
            <a:avLst/>
          </a:prstGeom>
          <a:solidFill>
            <a:schemeClr val="bg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1FFC67F9-A48C-BB0E-03C5-9C32A6BB8C5D}"/>
              </a:ext>
            </a:extLst>
          </p:cNvPr>
          <p:cNvSpPr/>
          <p:nvPr/>
        </p:nvSpPr>
        <p:spPr>
          <a:xfrm rot="16200000" flipH="1">
            <a:off x="2660997" y="-2673001"/>
            <a:ext cx="6870003" cy="12192002"/>
          </a:xfrm>
          <a:prstGeom prst="rect">
            <a:avLst/>
          </a:prstGeom>
          <a:gradFill>
            <a:gsLst>
              <a:gs pos="0">
                <a:schemeClr val="accent2"/>
              </a:gs>
              <a:gs pos="94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9" name="Rectangle 8">
            <a:extLst>
              <a:ext uri="{FF2B5EF4-FFF2-40B4-BE49-F238E27FC236}">
                <a16:creationId xmlns:a16="http://schemas.microsoft.com/office/drawing/2014/main" id="{8A2436E8-8599-9171-B0E5-3A3CED0AE2C4}"/>
              </a:ext>
            </a:extLst>
          </p:cNvPr>
          <p:cNvSpPr/>
          <p:nvPr/>
        </p:nvSpPr>
        <p:spPr>
          <a:xfrm rot="5400000" flipH="1">
            <a:off x="2719785" y="-1537266"/>
            <a:ext cx="5669226" cy="11108800"/>
          </a:xfrm>
          <a:prstGeom prst="rect">
            <a:avLst/>
          </a:prstGeom>
          <a:gradFill flip="none" rotWithShape="1">
            <a:gsLst>
              <a:gs pos="0">
                <a:schemeClr val="accent5">
                  <a:lumMod val="75000"/>
                  <a:alpha val="90000"/>
                </a:schemeClr>
              </a:gs>
              <a:gs pos="39000">
                <a:schemeClr val="accent5">
                  <a:lumMod val="60000"/>
                  <a:lumOff val="40000"/>
                  <a:alpha val="0"/>
                </a:schemeClr>
              </a:gs>
            </a:gsLst>
            <a:lin ang="21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0" name="Rectangle 9">
            <a:extLst>
              <a:ext uri="{FF2B5EF4-FFF2-40B4-BE49-F238E27FC236}">
                <a16:creationId xmlns:a16="http://schemas.microsoft.com/office/drawing/2014/main" id="{9D052CAB-57CB-D9A8-5BBE-F7898C5ECEE0}"/>
              </a:ext>
              <a:ext uri="{C183D7F6-B498-43B3-948B-1728B52AA6E4}">
                <adec:decorative xmlns:adec="http://schemas.microsoft.com/office/drawing/2017/decorative" val="1"/>
              </a:ext>
            </a:extLst>
          </p:cNvPr>
          <p:cNvSpPr/>
          <p:nvPr/>
        </p:nvSpPr>
        <p:spPr>
          <a:xfrm rot="16200000" flipH="1">
            <a:off x="-648303" y="636301"/>
            <a:ext cx="6870003" cy="5573396"/>
          </a:xfrm>
          <a:prstGeom prst="rect">
            <a:avLst/>
          </a:prstGeom>
          <a:gradFill flip="none" rotWithShape="1">
            <a:gsLst>
              <a:gs pos="2000">
                <a:schemeClr val="accent2">
                  <a:lumMod val="75000"/>
                </a:schemeClr>
              </a:gs>
              <a:gs pos="37000">
                <a:schemeClr val="accent2">
                  <a:alpha val="0"/>
                </a:schemeClr>
              </a:gs>
            </a:gsLst>
            <a:lin ang="36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solidFill>
                <a:srgbClr val="FFFFFF"/>
              </a:solidFill>
            </a:endParaRPr>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8" y="429768"/>
            <a:ext cx="9336024" cy="3776472"/>
          </a:xfrm>
        </p:spPr>
        <p:txBody>
          <a:bodyPr vert="horz" lIns="91440" tIns="45720" rIns="91440" bIns="45720" rtlCol="0" anchor="t">
            <a:normAutofit/>
          </a:bodyPr>
          <a:lstStyle>
            <a:lvl1pPr>
              <a:defRPr lang="en-US" sz="8000" dirty="0">
                <a:solidFill>
                  <a:schemeClr val="tx1"/>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8" y="4663440"/>
            <a:ext cx="6903720" cy="1344168"/>
          </a:xfrm>
        </p:spPr>
        <p:txBody>
          <a:bodyPr vert="horz" lIns="91440" tIns="45720" rIns="91440" bIns="45720" rtlCol="0" anchor="ctr">
            <a:normAutofit/>
          </a:bodyPr>
          <a:lstStyle>
            <a:lvl1pPr marL="0" indent="0">
              <a:buNone/>
              <a:defRPr lang="en-US" sz="2000" dirty="0">
                <a:solidFill>
                  <a:schemeClr val="tx1"/>
                </a:solidFill>
              </a:defRPr>
            </a:lvl1pPr>
          </a:lstStyle>
          <a:p>
            <a:pPr lvl="0"/>
            <a:r>
              <a:rPr lang="en-US"/>
              <a:t>Click to edit Master subtitle style</a:t>
            </a:r>
          </a:p>
        </p:txBody>
      </p:sp>
      <p:sp>
        <p:nvSpPr>
          <p:cNvPr id="12" name="Footer Placeholder 11">
            <a:extLst>
              <a:ext uri="{FF2B5EF4-FFF2-40B4-BE49-F238E27FC236}">
                <a16:creationId xmlns:a16="http://schemas.microsoft.com/office/drawing/2014/main" id="{1EF90BDF-2A3B-8AD7-6EE4-11ED28664F7A}"/>
              </a:ext>
            </a:extLst>
          </p:cNvPr>
          <p:cNvSpPr>
            <a:spLocks noGrp="1"/>
          </p:cNvSpPr>
          <p:nvPr>
            <p:ph type="ftr" sz="quarter" idx="11"/>
          </p:nvPr>
        </p:nvSpPr>
        <p:spPr/>
        <p:txBody>
          <a:bodyPr/>
          <a:lstStyle>
            <a:lvl1pPr>
              <a:defRPr>
                <a:solidFill>
                  <a:schemeClr val="tx1"/>
                </a:solidFill>
              </a:defRPr>
            </a:lvl1pPr>
          </a:lstStyle>
          <a:p>
            <a:endParaRPr lang="en-US"/>
          </a:p>
        </p:txBody>
      </p:sp>
      <p:sp>
        <p:nvSpPr>
          <p:cNvPr id="11" name="Date Placeholder 10">
            <a:extLst>
              <a:ext uri="{FF2B5EF4-FFF2-40B4-BE49-F238E27FC236}">
                <a16:creationId xmlns:a16="http://schemas.microsoft.com/office/drawing/2014/main" id="{81B66C1B-A1AD-A2BC-11D8-9AEA5E834AAC}"/>
              </a:ext>
            </a:extLst>
          </p:cNvPr>
          <p:cNvSpPr>
            <a:spLocks noGrp="1"/>
          </p:cNvSpPr>
          <p:nvPr>
            <p:ph type="dt" sz="half" idx="10"/>
          </p:nvPr>
        </p:nvSpPr>
        <p:spPr/>
        <p:txBody>
          <a:bodyPr/>
          <a:lstStyle>
            <a:lvl1pPr>
              <a:defRPr>
                <a:solidFill>
                  <a:schemeClr val="tx1"/>
                </a:solidFill>
              </a:defRPr>
            </a:lvl1pPr>
          </a:lstStyle>
          <a:p>
            <a:fld id="{3AEEF7F6-ECFE-4473-B3E9-C91BE833927A}" type="datetimeFigureOut">
              <a:rPr lang="en-US" smtClean="0"/>
              <a:t/>
            </a:fld>
            <a:endParaRPr lang="en-US"/>
          </a:p>
        </p:txBody>
      </p:sp>
      <p:sp>
        <p:nvSpPr>
          <p:cNvPr id="13" name="Slide Number Placeholder 12">
            <a:extLst>
              <a:ext uri="{FF2B5EF4-FFF2-40B4-BE49-F238E27FC236}">
                <a16:creationId xmlns:a16="http://schemas.microsoft.com/office/drawing/2014/main" id="{9A384A4A-7C42-E7AC-02FD-B65B61D21490}"/>
              </a:ext>
            </a:extLst>
          </p:cNvPr>
          <p:cNvSpPr>
            <a:spLocks noGrp="1"/>
          </p:cNvSpPr>
          <p:nvPr>
            <p:ph type="sldNum" sz="quarter" idx="12"/>
          </p:nvPr>
        </p:nvSpPr>
        <p:spPr/>
        <p:txBody>
          <a:bodyPr/>
          <a:lstStyle>
            <a:lvl1pPr>
              <a:defRPr>
                <a:solidFill>
                  <a:schemeClr val="tx1"/>
                </a:solidFill>
              </a:defRPr>
            </a:lvl1pPr>
          </a:lstStyle>
          <a:p>
            <a:fld id="{5DAD859A-2C66-45B9-9A71-3CF205EC2D4A}" type="slidenum">
              <a:rPr lang="en-US" smtClean="0"/>
              <a:t/>
            </a:fld>
            <a:endParaRPr lang="en-US"/>
          </a:p>
        </p:txBody>
      </p:sp>
    </p:spTree>
    <p:extLst>
      <p:ext uri="{BB962C8B-B14F-4D97-AF65-F5344CB8AC3E}">
        <p14:creationId xmlns:p14="http://schemas.microsoft.com/office/powerpoint/2010/main" val="263674702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08_1EF99C88.xml><?xml version="1.0" encoding="utf-8"?>
<p:sldLayout xmlns:a="http://schemas.openxmlformats.org/drawingml/2006/main" xmlns:r="http://schemas.openxmlformats.org/officeDocument/2006/relationships" xmlns:p="http://schemas.openxmlformats.org/presentationml/2006/main" preserve="1">
  <p:cSld name="Section Header">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4F65FF0-EE88-E48A-1552-AF2B228EADC6}"/>
              </a:ext>
            </a:extLst>
          </p:cNvPr>
          <p:cNvSpPr/>
          <p:nvPr/>
        </p:nvSpPr>
        <p:spPr>
          <a:xfrm>
            <a:off x="0" y="0"/>
            <a:ext cx="12192000" cy="6857999"/>
          </a:xfrm>
          <a:prstGeom prst="rect">
            <a:avLst/>
          </a:prstGeom>
          <a:solidFill>
            <a:schemeClr val="bg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43D93006-CD9A-ACB8-4DFF-755585BD51C6}"/>
              </a:ext>
            </a:extLst>
          </p:cNvPr>
          <p:cNvSpPr/>
          <p:nvPr/>
        </p:nvSpPr>
        <p:spPr>
          <a:xfrm rot="5400000" flipH="1" flipV="1">
            <a:off x="2657856" y="-2666214"/>
            <a:ext cx="6876288" cy="12192001"/>
          </a:xfrm>
          <a:prstGeom prst="rect">
            <a:avLst/>
          </a:prstGeom>
          <a:gradFill>
            <a:gsLst>
              <a:gs pos="13000">
                <a:schemeClr val="accent2"/>
              </a:gs>
              <a:gs pos="100000">
                <a:schemeClr val="accent5"/>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6" name="Rectangle 5">
            <a:extLst>
              <a:ext uri="{FF2B5EF4-FFF2-40B4-BE49-F238E27FC236}">
                <a16:creationId xmlns:a16="http://schemas.microsoft.com/office/drawing/2014/main" id="{3B71B6E1-2B98-87C0-C97D-DC19E754324D}"/>
              </a:ext>
            </a:extLst>
          </p:cNvPr>
          <p:cNvSpPr/>
          <p:nvPr/>
        </p:nvSpPr>
        <p:spPr>
          <a:xfrm rot="16200000" flipH="1" flipV="1">
            <a:off x="2144989" y="-2153344"/>
            <a:ext cx="5473326" cy="9763303"/>
          </a:xfrm>
          <a:prstGeom prst="rect">
            <a:avLst/>
          </a:prstGeom>
          <a:gradFill flip="none" rotWithShape="1">
            <a:gsLst>
              <a:gs pos="0">
                <a:schemeClr val="accent5">
                  <a:lumMod val="75000"/>
                  <a:alpha val="68000"/>
                </a:schemeClr>
              </a:gs>
              <a:gs pos="45000">
                <a:schemeClr val="accent5">
                  <a:lumMod val="60000"/>
                  <a:lumOff val="40000"/>
                  <a:alpha val="0"/>
                </a:schemeClr>
              </a:gs>
            </a:gsLst>
            <a:lin ang="19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7" name="Rectangle 6">
            <a:extLst>
              <a:ext uri="{FF2B5EF4-FFF2-40B4-BE49-F238E27FC236}">
                <a16:creationId xmlns:a16="http://schemas.microsoft.com/office/drawing/2014/main" id="{A35B8330-0A40-6340-3205-86A38459537F}"/>
              </a:ext>
            </a:extLst>
          </p:cNvPr>
          <p:cNvSpPr/>
          <p:nvPr/>
        </p:nvSpPr>
        <p:spPr>
          <a:xfrm flipV="1">
            <a:off x="1031672" y="2962966"/>
            <a:ext cx="11160328" cy="3895034"/>
          </a:xfrm>
          <a:prstGeom prst="rect">
            <a:avLst/>
          </a:prstGeom>
          <a:gradFill>
            <a:gsLst>
              <a:gs pos="0">
                <a:schemeClr val="accent5">
                  <a:lumMod val="75000"/>
                </a:schemeClr>
              </a:gs>
              <a:gs pos="42000">
                <a:schemeClr val="accent5">
                  <a:alpha val="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3" name="Rectangle 12">
            <a:extLst>
              <a:ext uri="{FF2B5EF4-FFF2-40B4-BE49-F238E27FC236}">
                <a16:creationId xmlns:a16="http://schemas.microsoft.com/office/drawing/2014/main" id="{DA413373-13C5-71D9-C45A-699B0F451355}"/>
              </a:ext>
              <a:ext uri="{C183D7F6-B498-43B3-948B-1728B52AA6E4}">
                <adec:decorative xmlns:adec="http://schemas.microsoft.com/office/drawing/2017/decorative" val="1"/>
              </a:ext>
            </a:extLst>
          </p:cNvPr>
          <p:cNvSpPr/>
          <p:nvPr/>
        </p:nvSpPr>
        <p:spPr>
          <a:xfrm rot="5400000" flipH="1" flipV="1">
            <a:off x="1233479" y="361146"/>
            <a:ext cx="5263375" cy="7730333"/>
          </a:xfrm>
          <a:prstGeom prst="rect">
            <a:avLst/>
          </a:prstGeom>
          <a:gradFill flip="none" rotWithShape="1">
            <a:gsLst>
              <a:gs pos="8000">
                <a:schemeClr val="accent2">
                  <a:lumMod val="75000"/>
                </a:schemeClr>
              </a:gs>
              <a:gs pos="50000">
                <a:schemeClr val="accent2">
                  <a:alpha val="0"/>
                </a:schemeClr>
              </a:gs>
            </a:gsLst>
            <a:lin ang="18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solidFill>
                <a:srgbClr val="FFFFFF"/>
              </a:solidFill>
            </a:endParaRPr>
          </a:p>
        </p:txBody>
      </p:sp>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612648" y="2093976"/>
            <a:ext cx="8229600" cy="4178808"/>
          </a:xfrm>
        </p:spPr>
        <p:txBody>
          <a:bodyPr vert="horz" lIns="91440" tIns="45720" rIns="91440" bIns="45720" rtlCol="0" anchor="b">
            <a:normAutofit/>
          </a:bodyPr>
          <a:lstStyle>
            <a:lvl1pPr>
              <a:defRPr lang="en-US" sz="6600" dirty="0">
                <a:solidFill>
                  <a:schemeClr val="tx1"/>
                </a:solidFill>
              </a:defRPr>
            </a:lvl1pPr>
          </a:lstStyle>
          <a:p>
            <a:pPr lvl="0"/>
            <a:r>
              <a:rPr lang="en-US"/>
              <a:t>Click to edit Master title style</a:t>
            </a:r>
          </a:p>
        </p:txBody>
      </p:sp>
      <p:sp>
        <p:nvSpPr>
          <p:cNvPr id="15" name="Footer Placeholder 14">
            <a:extLst>
              <a:ext uri="{FF2B5EF4-FFF2-40B4-BE49-F238E27FC236}">
                <a16:creationId xmlns:a16="http://schemas.microsoft.com/office/drawing/2014/main" id="{C3B3753E-6E60-F731-58BF-7C4D0497E939}"/>
              </a:ext>
            </a:extLst>
          </p:cNvPr>
          <p:cNvSpPr>
            <a:spLocks noGrp="1"/>
          </p:cNvSpPr>
          <p:nvPr>
            <p:ph type="ftr" sz="quarter" idx="11"/>
          </p:nvPr>
        </p:nvSpPr>
        <p:spPr/>
        <p:txBody>
          <a:bodyPr/>
          <a:lstStyle>
            <a:lvl1pPr>
              <a:defRPr>
                <a:solidFill>
                  <a:schemeClr val="tx1"/>
                </a:solidFill>
              </a:defRPr>
            </a:lvl1pPr>
          </a:lstStyle>
          <a:p>
            <a:endParaRPr lang="en-US"/>
          </a:p>
        </p:txBody>
      </p:sp>
      <p:sp>
        <p:nvSpPr>
          <p:cNvPr id="14" name="Date Placeholder 13">
            <a:extLst>
              <a:ext uri="{FF2B5EF4-FFF2-40B4-BE49-F238E27FC236}">
                <a16:creationId xmlns:a16="http://schemas.microsoft.com/office/drawing/2014/main" id="{08CEB89B-6066-557A-EBEC-18307AC240FE}"/>
              </a:ext>
            </a:extLst>
          </p:cNvPr>
          <p:cNvSpPr>
            <a:spLocks noGrp="1"/>
          </p:cNvSpPr>
          <p:nvPr>
            <p:ph type="dt" sz="half" idx="10"/>
          </p:nvPr>
        </p:nvSpPr>
        <p:spPr/>
        <p:txBody>
          <a:bodyPr/>
          <a:lstStyle>
            <a:lvl1pPr>
              <a:defRPr>
                <a:solidFill>
                  <a:schemeClr val="tx1"/>
                </a:solidFill>
              </a:defRPr>
            </a:lvl1pPr>
          </a:lstStyle>
          <a:p>
            <a:fld id="{3AEEF7F6-ECFE-4473-B3E9-C91BE833927A}" type="datetimeFigureOut">
              <a:rPr lang="en-US" smtClean="0"/>
              <a:t/>
            </a:fld>
            <a:endParaRPr lang="en-US"/>
          </a:p>
        </p:txBody>
      </p:sp>
      <p:sp>
        <p:nvSpPr>
          <p:cNvPr id="16" name="Slide Number Placeholder 15">
            <a:extLst>
              <a:ext uri="{FF2B5EF4-FFF2-40B4-BE49-F238E27FC236}">
                <a16:creationId xmlns:a16="http://schemas.microsoft.com/office/drawing/2014/main" id="{C2114D5C-BE8D-24C7-4A79-C0C28376AA5F}"/>
              </a:ext>
            </a:extLst>
          </p:cNvPr>
          <p:cNvSpPr>
            <a:spLocks noGrp="1"/>
          </p:cNvSpPr>
          <p:nvPr>
            <p:ph type="sldNum" sz="quarter" idx="12"/>
          </p:nvPr>
        </p:nvSpPr>
        <p:spPr/>
        <p:txBody>
          <a:bodyPr/>
          <a:lstStyle>
            <a:lvl1pPr>
              <a:defRPr>
                <a:solidFill>
                  <a:schemeClr val="tx1"/>
                </a:solidFill>
              </a:defRPr>
            </a:lvl1pPr>
          </a:lstStyle>
          <a:p>
            <a:fld id="{5DAD859A-2C66-45B9-9A71-3CF205EC2D4A}" type="slidenum">
              <a:rPr lang="en-US" smtClean="0"/>
              <a:t/>
            </a:fld>
            <a:endParaRPr lang="en-US"/>
          </a:p>
        </p:txBody>
      </p:sp>
    </p:spTree>
    <p:extLst>
      <p:ext uri="{BB962C8B-B14F-4D97-AF65-F5344CB8AC3E}">
        <p14:creationId xmlns:p14="http://schemas.microsoft.com/office/powerpoint/2010/main" val="519675016"/>
      </p:ext>
    </p:extLst>
  </p:cSld>
  <p:clrMapOvr>
    <a:overrideClrMapping bg1="dk1" tx1="lt1" bg2="dk2" tx2="lt2" accent1="accent1" accent2="accent2" accent3="accent3" accent4="accent4" accent5="accent5" accent6="accent6" hlink="hlink" folHlink="folHlink"/>
  </p:clrMapOvr>
</p:sldLayout>
</file>

<file path=ppt/slideLayouts/slideLayout_80000009_45BBB4BE.xml><?xml version="1.0" encoding="utf-8"?>
<p:sldLayout xmlns:a="http://schemas.openxmlformats.org/drawingml/2006/main" xmlns:r="http://schemas.openxmlformats.org/officeDocument/2006/relationships" xmlns:p="http://schemas.openxmlformats.org/presentationml/2006/main" preserve="1">
  <p:cSld name="Section Header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612646" y="2093976"/>
            <a:ext cx="8229600" cy="4178808"/>
          </a:xfrm>
        </p:spPr>
        <p:txBody>
          <a:bodyPr vert="horz" lIns="91440" tIns="45720" rIns="91440" bIns="45720" rtlCol="0" anchor="b">
            <a:normAutofit/>
          </a:bodyPr>
          <a:lstStyle>
            <a:lvl1pPr>
              <a:defRPr lang="en-US" sz="7200" dirty="0">
                <a:gradFill>
                  <a:gsLst>
                    <a:gs pos="0">
                      <a:schemeClr val="accent5"/>
                    </a:gs>
                    <a:gs pos="100000">
                      <a:schemeClr val="accent2"/>
                    </a:gs>
                  </a:gsLst>
                  <a:lin ang="6000000" scaled="0"/>
                </a:gradFill>
              </a:defRPr>
            </a:lvl1pPr>
          </a:lstStyle>
          <a:p>
            <a:pPr lvl="0"/>
            <a:r>
              <a:rPr lang="en-US"/>
              <a:t>Click to edit Master title style</a:t>
            </a:r>
          </a:p>
        </p:txBody>
      </p:sp>
      <p:sp>
        <p:nvSpPr>
          <p:cNvPr id="5" name="Footer Placeholder 4">
            <a:extLst>
              <a:ext uri="{FF2B5EF4-FFF2-40B4-BE49-F238E27FC236}">
                <a16:creationId xmlns:a16="http://schemas.microsoft.com/office/drawing/2014/main" id="{028F8ECD-BC5C-69B8-45CB-D6C697E807BB}"/>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57F97286-C615-453F-E284-B5C22987E2C1}"/>
              </a:ext>
            </a:extLst>
          </p:cNvPr>
          <p:cNvSpPr>
            <a:spLocks noGrp="1"/>
          </p:cNvSpPr>
          <p:nvPr>
            <p:ph type="dt" sz="half" idx="10"/>
          </p:nvPr>
        </p:nvSpPr>
        <p:spPr/>
        <p:txBody>
          <a:bodyPr/>
          <a:lstStyle/>
          <a:p>
            <a:fld id="{3AEEF7F6-ECFE-4473-B3E9-C91BE833927A}" type="datetimeFigureOut">
              <a:rPr lang="en-US" smtClean="0"/>
              <a:t/>
            </a:fld>
            <a:endParaRPr lang="en-US"/>
          </a:p>
        </p:txBody>
      </p:sp>
      <p:sp>
        <p:nvSpPr>
          <p:cNvPr id="6" name="Slide Number Placeholder 5">
            <a:extLst>
              <a:ext uri="{FF2B5EF4-FFF2-40B4-BE49-F238E27FC236}">
                <a16:creationId xmlns:a16="http://schemas.microsoft.com/office/drawing/2014/main" id="{96A721B8-1357-D164-0082-D2B50441B990}"/>
              </a:ext>
            </a:extLst>
          </p:cNvPr>
          <p:cNvSpPr>
            <a:spLocks noGrp="1"/>
          </p:cNvSpPr>
          <p:nvPr>
            <p:ph type="sldNum" sz="quarter" idx="12"/>
          </p:nvPr>
        </p:nvSpPr>
        <p:spPr/>
        <p:txBody>
          <a:bodyPr/>
          <a:lstStyle/>
          <a:p>
            <a:fld id="{5DAD859A-2C66-45B9-9A71-3CF205EC2D4A}" type="slidenum">
              <a:rPr lang="en-US" smtClean="0"/>
              <a:t/>
            </a:fld>
            <a:endParaRPr lang="en-US"/>
          </a:p>
        </p:txBody>
      </p:sp>
    </p:spTree>
    <p:extLst>
      <p:ext uri="{BB962C8B-B14F-4D97-AF65-F5344CB8AC3E}">
        <p14:creationId xmlns:p14="http://schemas.microsoft.com/office/powerpoint/2010/main" val="1169929406"/>
      </p:ext>
    </p:extLst>
  </p:cSld>
  <p:clrMapOvr>
    <a:overrideClrMapping bg1="lt1" tx1="dk1" bg2="lt2" tx2="dk2" accent1="accent1" accent2="accent2" accent3="accent3" accent4="accent4" accent5="accent5" accent6="accent6" hlink="hlink" folHlink="folHlink"/>
  </p:clrMapOvr>
</p:sldLayout>
</file>

<file path=ppt/slideLayouts/slideLayout_80000018_37C68648.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8CE855AC-5F95-123D-E0A1-CBD75D8FD00A}"/>
              </a:ext>
              <a:ext uri="{C183D7F6-B498-43B3-948B-1728B52AA6E4}">
                <adec:decorative xmlns:adec="http://schemas.microsoft.com/office/drawing/2017/decorative" val="1"/>
              </a:ext>
            </a:extLst>
          </p:cNvPr>
          <p:cNvGrpSpPr/>
          <p:nvPr/>
        </p:nvGrpSpPr>
        <p:grpSpPr>
          <a:xfrm rot="10800000">
            <a:off x="0" y="6743026"/>
            <a:ext cx="12207200" cy="123363"/>
            <a:chOff x="-5025" y="6737718"/>
            <a:chExt cx="12207200" cy="123363"/>
          </a:xfrm>
        </p:grpSpPr>
        <p:sp>
          <p:nvSpPr>
            <p:cNvPr id="11" name="Rectangle 10">
              <a:extLst>
                <a:ext uri="{FF2B5EF4-FFF2-40B4-BE49-F238E27FC236}">
                  <a16:creationId xmlns:a16="http://schemas.microsoft.com/office/drawing/2014/main" id="{F3A6A854-7BA6-35FC-898F-37F3BC10E5DB}"/>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455EF75-521C-7F12-2397-68B6128751E8}"/>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682496" y="2222436"/>
            <a:ext cx="4160520" cy="2825496"/>
          </a:xfrm>
        </p:spPr>
        <p:txBody>
          <a:bodyPr anchor="t">
            <a:normAutofit/>
          </a:bodyPr>
          <a:lstStyle>
            <a:lvl1pPr>
              <a:defRPr sz="4000">
                <a:gradFill>
                  <a:gsLst>
                    <a:gs pos="0">
                      <a:schemeClr val="accent5"/>
                    </a:gs>
                    <a:gs pos="100000">
                      <a:schemeClr val="accent2"/>
                    </a:gs>
                  </a:gsLst>
                  <a:lin ang="13800000" scaled="0"/>
                </a:gradFill>
              </a:defRPr>
            </a:lvl1pPr>
          </a:lstStyle>
          <a:p>
            <a:r>
              <a:rPr lang="en-US"/>
              <a:t>Click to edit Master title style</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437376" y="2222436"/>
            <a:ext cx="3959352" cy="2697480"/>
          </a:xfrm>
        </p:spPr>
        <p:txBody>
          <a:bodyPr vert="horz" lIns="91440" tIns="45720" rIns="91440" bIns="45720" rtlCol="0">
            <a:normAutofit/>
          </a:bodyPr>
          <a:lstStyle>
            <a:lvl1pPr marL="0" indent="0">
              <a:buNone/>
              <a:defRPr lang="en-US" sz="1800" dirty="0"/>
            </a:lvl1pPr>
            <a:lvl2pPr marL="228600" indent="0">
              <a:buNone/>
              <a:defRPr lang="en-US" sz="16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Footer Placeholder 13">
            <a:extLst>
              <a:ext uri="{FF2B5EF4-FFF2-40B4-BE49-F238E27FC236}">
                <a16:creationId xmlns:a16="http://schemas.microsoft.com/office/drawing/2014/main" id="{F09CF825-511F-35F8-E0EC-636033ED43EE}"/>
              </a:ext>
            </a:extLst>
          </p:cNvPr>
          <p:cNvSpPr>
            <a:spLocks noGrp="1"/>
          </p:cNvSpPr>
          <p:nvPr>
            <p:ph type="ftr" sz="quarter" idx="15"/>
          </p:nvPr>
        </p:nvSpPr>
        <p:spPr/>
        <p:txBody>
          <a:bodyPr/>
          <a:lstStyle/>
          <a:p>
            <a:endParaRPr lang="en-US"/>
          </a:p>
        </p:txBody>
      </p:sp>
      <p:sp>
        <p:nvSpPr>
          <p:cNvPr id="13" name="Date Placeholder 12">
            <a:extLst>
              <a:ext uri="{FF2B5EF4-FFF2-40B4-BE49-F238E27FC236}">
                <a16:creationId xmlns:a16="http://schemas.microsoft.com/office/drawing/2014/main" id="{36A82C16-EB1A-4294-103B-715F071E5A35}"/>
              </a:ext>
            </a:extLst>
          </p:cNvPr>
          <p:cNvSpPr>
            <a:spLocks noGrp="1"/>
          </p:cNvSpPr>
          <p:nvPr>
            <p:ph type="dt" sz="half" idx="14"/>
          </p:nvPr>
        </p:nvSpPr>
        <p:spPr/>
        <p:txBody>
          <a:bodyPr/>
          <a:lstStyle/>
          <a:p>
            <a:fld id="{3AEEF7F6-ECFE-4473-B3E9-C91BE833927A}" type="datetimeFigureOut">
              <a:rPr lang="en-US" smtClean="0"/>
              <a:t/>
            </a:fld>
            <a:endParaRPr lang="en-US"/>
          </a:p>
        </p:txBody>
      </p:sp>
      <p:sp>
        <p:nvSpPr>
          <p:cNvPr id="15" name="Slide Number Placeholder 14">
            <a:extLst>
              <a:ext uri="{FF2B5EF4-FFF2-40B4-BE49-F238E27FC236}">
                <a16:creationId xmlns:a16="http://schemas.microsoft.com/office/drawing/2014/main" id="{727EA83B-52EA-A0B8-E2E8-C9D1FE273B22}"/>
              </a:ext>
            </a:extLst>
          </p:cNvPr>
          <p:cNvSpPr>
            <a:spLocks noGrp="1"/>
          </p:cNvSpPr>
          <p:nvPr>
            <p:ph type="sldNum" sz="quarter" idx="16"/>
          </p:nvPr>
        </p:nvSpPr>
        <p:spPr/>
        <p:txBody>
          <a:bodyPr/>
          <a:lstStyle/>
          <a:p>
            <a:fld id="{5DAD859A-2C66-45B9-9A71-3CF205EC2D4A}" type="slidenum">
              <a:rPr lang="en-US" smtClean="0"/>
              <a:t/>
            </a:fld>
            <a:endParaRPr lang="en-US"/>
          </a:p>
        </p:txBody>
      </p:sp>
    </p:spTree>
    <p:extLst>
      <p:ext uri="{BB962C8B-B14F-4D97-AF65-F5344CB8AC3E}">
        <p14:creationId xmlns:p14="http://schemas.microsoft.com/office/powerpoint/2010/main" val="935757384"/>
      </p:ext>
    </p:extLst>
  </p:cSld>
  <p:clrMapOvr>
    <a:masterClrMapping/>
  </p:clrMapOvr>
</p:sldLayout>
</file>

<file path=ppt/slideLayouts/slideLayout_80000019_8140E954.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474537F0-59D7-5CF5-65CE-33DFA62B3767}"/>
              </a:ext>
              <a:ext uri="{C183D7F6-B498-43B3-948B-1728B52AA6E4}">
                <adec:decorative xmlns:adec="http://schemas.microsoft.com/office/drawing/2017/decorative" val="1"/>
              </a:ext>
            </a:extLst>
          </p:cNvPr>
          <p:cNvGrpSpPr/>
          <p:nvPr/>
        </p:nvGrpSpPr>
        <p:grpSpPr>
          <a:xfrm rot="10800000">
            <a:off x="0" y="6743026"/>
            <a:ext cx="12207200" cy="123363"/>
            <a:chOff x="-5025" y="6737718"/>
            <a:chExt cx="12207200" cy="123363"/>
          </a:xfrm>
        </p:grpSpPr>
        <p:sp>
          <p:nvSpPr>
            <p:cNvPr id="11" name="Rectangle 10">
              <a:extLst>
                <a:ext uri="{FF2B5EF4-FFF2-40B4-BE49-F238E27FC236}">
                  <a16:creationId xmlns:a16="http://schemas.microsoft.com/office/drawing/2014/main" id="{C7EFD035-FCE9-275A-5EEF-94FC6583E39A}"/>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DFF3E46-4915-D511-DDA5-9451667C3C81}"/>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368552" y="2048256"/>
            <a:ext cx="3813048" cy="3538728"/>
          </a:xfrm>
        </p:spPr>
        <p:txBody>
          <a:bodyPr anchor="t">
            <a:normAutofit/>
          </a:bodyPr>
          <a:lstStyle>
            <a:lvl1pPr>
              <a:defRPr sz="3200">
                <a:gradFill>
                  <a:gsLst>
                    <a:gs pos="0">
                      <a:schemeClr val="accent5"/>
                    </a:gs>
                    <a:gs pos="100000">
                      <a:schemeClr val="accent2"/>
                    </a:gs>
                  </a:gsLst>
                  <a:lin ang="13800000" scaled="0"/>
                </a:gradFill>
              </a:defRPr>
            </a:lvl1pPr>
          </a:lstStyle>
          <a:p>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775960" y="2048256"/>
            <a:ext cx="5047488" cy="3538728"/>
          </a:xfrm>
        </p:spPr>
        <p:txBody>
          <a:bodyPr vert="horz" lIns="91440" tIns="45720" rIns="91440" bIns="45720" rtlCol="0">
            <a:normAutofit/>
          </a:bodyPr>
          <a:lstStyle>
            <a:lvl1pPr>
              <a:defRPr lang="en-US"/>
            </a:lvl1pPr>
            <a:lvl2pPr>
              <a:defRPr lang="en-US"/>
            </a:lvl2pPr>
            <a:lvl3pPr>
              <a:defRPr lang="en-US"/>
            </a:lvl3pPr>
            <a:lvl4pPr>
              <a:defRPr lang="en-US"/>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6">
            <a:extLst>
              <a:ext uri="{FF2B5EF4-FFF2-40B4-BE49-F238E27FC236}">
                <a16:creationId xmlns:a16="http://schemas.microsoft.com/office/drawing/2014/main" id="{57CB2298-A12A-D380-ED4F-AD870434F233}"/>
              </a:ext>
            </a:extLst>
          </p:cNvPr>
          <p:cNvSpPr>
            <a:spLocks noGrp="1"/>
          </p:cNvSpPr>
          <p:nvPr>
            <p:ph type="ftr" sz="quarter" idx="15"/>
          </p:nvPr>
        </p:nvSpPr>
        <p:spPr/>
        <p:txBody>
          <a:bodyPr/>
          <a:lstStyle/>
          <a:p>
            <a:endParaRPr lang="en-US"/>
          </a:p>
        </p:txBody>
      </p:sp>
      <p:sp>
        <p:nvSpPr>
          <p:cNvPr id="3" name="Date Placeholder 2">
            <a:extLst>
              <a:ext uri="{FF2B5EF4-FFF2-40B4-BE49-F238E27FC236}">
                <a16:creationId xmlns:a16="http://schemas.microsoft.com/office/drawing/2014/main" id="{9D1F2EAD-3327-FA60-8B7F-6CBBD02C3F07}"/>
              </a:ext>
            </a:extLst>
          </p:cNvPr>
          <p:cNvSpPr>
            <a:spLocks noGrp="1"/>
          </p:cNvSpPr>
          <p:nvPr>
            <p:ph type="dt" sz="half" idx="14"/>
          </p:nvPr>
        </p:nvSpPr>
        <p:spPr/>
        <p:txBody>
          <a:bodyPr/>
          <a:lstStyle/>
          <a:p>
            <a:fld id="{3AEEF7F6-ECFE-4473-B3E9-C91BE833927A}" type="datetimeFigureOut">
              <a:rPr lang="en-US" smtClean="0"/>
              <a:t/>
            </a:fld>
            <a:endParaRPr lang="en-US"/>
          </a:p>
        </p:txBody>
      </p:sp>
      <p:sp>
        <p:nvSpPr>
          <p:cNvPr id="9" name="Slide Number Placeholder 8">
            <a:extLst>
              <a:ext uri="{FF2B5EF4-FFF2-40B4-BE49-F238E27FC236}">
                <a16:creationId xmlns:a16="http://schemas.microsoft.com/office/drawing/2014/main" id="{A63D4A7C-9E9E-96BC-68B8-3F92C9B3B40E}"/>
              </a:ext>
            </a:extLst>
          </p:cNvPr>
          <p:cNvSpPr>
            <a:spLocks noGrp="1"/>
          </p:cNvSpPr>
          <p:nvPr>
            <p:ph type="sldNum" sz="quarter" idx="16"/>
          </p:nvPr>
        </p:nvSpPr>
        <p:spPr/>
        <p:txBody>
          <a:bodyPr/>
          <a:lstStyle/>
          <a:p>
            <a:fld id="{5DAD859A-2C66-45B9-9A71-3CF205EC2D4A}" type="slidenum">
              <a:rPr lang="en-US" smtClean="0"/>
              <a:t/>
            </a:fld>
            <a:endParaRPr lang="en-US"/>
          </a:p>
        </p:txBody>
      </p:sp>
    </p:spTree>
    <p:extLst>
      <p:ext uri="{BB962C8B-B14F-4D97-AF65-F5344CB8AC3E}">
        <p14:creationId xmlns:p14="http://schemas.microsoft.com/office/powerpoint/2010/main" val="2168514900"/>
      </p:ext>
    </p:extLst>
  </p:cSld>
  <p:clrMapOvr>
    <a:masterClrMapping/>
  </p:clrMapOvr>
</p:sldLayout>
</file>

<file path=ppt/slideLayouts/slideLayout_80000020_81F56E31.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605272" y="502920"/>
            <a:ext cx="5961888" cy="1197864"/>
          </a:xfrm>
        </p:spPr>
        <p:txBody>
          <a:bodyPr anchor="b"/>
          <a:lstStyle/>
          <a:p>
            <a:r>
              <a:rPr lang="en-US"/>
              <a:t>Click to edit Master title style</a:t>
            </a:r>
          </a:p>
        </p:txBody>
      </p:sp>
      <p:grpSp>
        <p:nvGrpSpPr>
          <p:cNvPr id="3" name="Group 2">
            <a:extLst>
              <a:ext uri="{FF2B5EF4-FFF2-40B4-BE49-F238E27FC236}">
                <a16:creationId xmlns:a16="http://schemas.microsoft.com/office/drawing/2014/main" id="{125E9B8B-7499-A48C-F314-3620CFFB8E0B}"/>
              </a:ext>
              <a:ext uri="{C183D7F6-B498-43B3-948B-1728B52AA6E4}">
                <adec:decorative xmlns:adec="http://schemas.microsoft.com/office/drawing/2017/decorative" val="1"/>
              </a:ext>
            </a:extLst>
          </p:cNvPr>
          <p:cNvGrpSpPr/>
          <p:nvPr/>
        </p:nvGrpSpPr>
        <p:grpSpPr>
          <a:xfrm>
            <a:off x="0" y="0"/>
            <a:ext cx="123362" cy="6858000"/>
            <a:chOff x="12068638" y="0"/>
            <a:chExt cx="123362" cy="6858000"/>
          </a:xfrm>
        </p:grpSpPr>
        <p:sp>
          <p:nvSpPr>
            <p:cNvPr id="9" name="Rectangle 8">
              <a:extLst>
                <a:ext uri="{FF2B5EF4-FFF2-40B4-BE49-F238E27FC236}">
                  <a16:creationId xmlns:a16="http://schemas.microsoft.com/office/drawing/2014/main" id="{139B506F-0FAC-8905-0F05-E889644A7B96}"/>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DAC1EBA-955D-23C1-CCE1-CF2C6CBFD05B}"/>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 name="Picture Placeholder 10">
            <a:extLst>
              <a:ext uri="{FF2B5EF4-FFF2-40B4-BE49-F238E27FC236}">
                <a16:creationId xmlns:a16="http://schemas.microsoft.com/office/drawing/2014/main" id="{F96EE962-E57A-8EDB-7169-6EB04FA7539A}"/>
              </a:ext>
            </a:extLst>
          </p:cNvPr>
          <p:cNvSpPr>
            <a:spLocks noGrp="1"/>
          </p:cNvSpPr>
          <p:nvPr>
            <p:ph type="pic" sz="quarter" idx="15" hasCustomPrompt="1"/>
          </p:nvPr>
        </p:nvSpPr>
        <p:spPr>
          <a:xfrm>
            <a:off x="115866" y="0"/>
            <a:ext cx="4837176" cy="6858000"/>
          </a:xfrm>
          <a:blipFill dpi="0" rotWithShape="1">
            <a:blip r:embed="rId2">
              <a:alphaModFix amt="70000"/>
            </a:blip>
            <a:srcRect/>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605272" y="1801367"/>
            <a:ext cx="5961888" cy="44531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D851225D-49EF-5752-ACF2-F43EB2B36332}"/>
              </a:ext>
            </a:extLst>
          </p:cNvPr>
          <p:cNvSpPr>
            <a:spLocks noGrp="1"/>
          </p:cNvSpPr>
          <p:nvPr>
            <p:ph type="ftr" sz="quarter" idx="17"/>
          </p:nvPr>
        </p:nvSpPr>
        <p:spPr>
          <a:xfrm>
            <a:off x="5605272" y="6318504"/>
            <a:ext cx="4096512" cy="365760"/>
          </a:xfrm>
        </p:spPr>
        <p:txBody>
          <a:bodyPr/>
          <a:lstStyle/>
          <a:p>
            <a:endParaRPr lang="en-US"/>
          </a:p>
        </p:txBody>
      </p:sp>
      <p:sp>
        <p:nvSpPr>
          <p:cNvPr id="4" name="Date Placeholder 3">
            <a:extLst>
              <a:ext uri="{FF2B5EF4-FFF2-40B4-BE49-F238E27FC236}">
                <a16:creationId xmlns:a16="http://schemas.microsoft.com/office/drawing/2014/main" id="{93A362DD-3333-1184-E97C-2FDF9D599F49}"/>
              </a:ext>
            </a:extLst>
          </p:cNvPr>
          <p:cNvSpPr>
            <a:spLocks noGrp="1"/>
          </p:cNvSpPr>
          <p:nvPr>
            <p:ph type="dt" sz="half" idx="16"/>
          </p:nvPr>
        </p:nvSpPr>
        <p:spPr>
          <a:xfrm>
            <a:off x="9701784" y="6318504"/>
            <a:ext cx="1865376" cy="365760"/>
          </a:xfrm>
        </p:spPr>
        <p:txBody>
          <a:bodyPr/>
          <a:lstStyle/>
          <a:p>
            <a:fld id="{3AEEF7F6-ECFE-4473-B3E9-C91BE833927A}" type="datetimeFigureOut">
              <a:rPr lang="en-US" smtClean="0"/>
              <a:t/>
            </a:fld>
            <a:endParaRPr lang="en-US"/>
          </a:p>
        </p:txBody>
      </p:sp>
      <p:sp>
        <p:nvSpPr>
          <p:cNvPr id="6" name="Slide Number Placeholder 5">
            <a:extLst>
              <a:ext uri="{FF2B5EF4-FFF2-40B4-BE49-F238E27FC236}">
                <a16:creationId xmlns:a16="http://schemas.microsoft.com/office/drawing/2014/main" id="{7C21012C-B1FA-A889-A45D-1DA431A41443}"/>
              </a:ext>
            </a:extLst>
          </p:cNvPr>
          <p:cNvSpPr>
            <a:spLocks noGrp="1"/>
          </p:cNvSpPr>
          <p:nvPr>
            <p:ph type="sldNum" sz="quarter" idx="18"/>
          </p:nvPr>
        </p:nvSpPr>
        <p:spPr/>
        <p:txBody>
          <a:bodyPr/>
          <a:lstStyle/>
          <a:p>
            <a:fld id="{5DAD859A-2C66-45B9-9A71-3CF205EC2D4A}" type="slidenum">
              <a:rPr lang="en-US" smtClean="0"/>
              <a:t/>
            </a:fld>
            <a:endParaRPr lang="en-US"/>
          </a:p>
        </p:txBody>
      </p:sp>
    </p:spTree>
    <p:extLst>
      <p:ext uri="{BB962C8B-B14F-4D97-AF65-F5344CB8AC3E}">
        <p14:creationId xmlns:p14="http://schemas.microsoft.com/office/powerpoint/2010/main" val="2180345393"/>
      </p:ext>
    </p:extLst>
  </p:cSld>
  <p:clrMapOvr>
    <a:masterClrMapping/>
  </p:clrMapOvr>
</p:sldLayout>
</file>

<file path=ppt/slideLayouts/slideLayout_80000021_66DF4C71.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02920"/>
            <a:ext cx="6858000" cy="841248"/>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8" y="1472184"/>
            <a:ext cx="6858000" cy="47823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655B44AF-FB05-4BBA-5AC9-C89D1BB5BE69}"/>
              </a:ext>
            </a:extLst>
          </p:cNvPr>
          <p:cNvSpPr>
            <a:spLocks noGrp="1"/>
          </p:cNvSpPr>
          <p:nvPr>
            <p:ph type="ftr" sz="quarter" idx="17"/>
          </p:nvPr>
        </p:nvSpPr>
        <p:spPr/>
        <p:txBody>
          <a:bodyPr/>
          <a:lstStyle/>
          <a:p>
            <a:endParaRPr lang="en-US"/>
          </a:p>
        </p:txBody>
      </p:sp>
      <p:sp>
        <p:nvSpPr>
          <p:cNvPr id="3" name="Date Placeholder 2">
            <a:extLst>
              <a:ext uri="{FF2B5EF4-FFF2-40B4-BE49-F238E27FC236}">
                <a16:creationId xmlns:a16="http://schemas.microsoft.com/office/drawing/2014/main" id="{2632EABA-2011-B91D-C867-6B03C4743305}"/>
              </a:ext>
            </a:extLst>
          </p:cNvPr>
          <p:cNvSpPr>
            <a:spLocks noGrp="1"/>
          </p:cNvSpPr>
          <p:nvPr>
            <p:ph type="dt" sz="half" idx="16"/>
          </p:nvPr>
        </p:nvSpPr>
        <p:spPr>
          <a:xfrm>
            <a:off x="4709160" y="6318504"/>
            <a:ext cx="2350008" cy="365760"/>
          </a:xfrm>
        </p:spPr>
        <p:txBody>
          <a:bodyPr/>
          <a:lstStyle/>
          <a:p>
            <a:fld id="{3AEEF7F6-ECFE-4473-B3E9-C91BE833927A}" type="datetimeFigureOut">
              <a:rPr lang="en-US" smtClean="0"/>
              <a:t/>
            </a:fld>
            <a:endParaRPr lang="en-US"/>
          </a:p>
        </p:txBody>
      </p:sp>
      <p:sp>
        <p:nvSpPr>
          <p:cNvPr id="13" name="Slide Number Placeholder 12">
            <a:extLst>
              <a:ext uri="{FF2B5EF4-FFF2-40B4-BE49-F238E27FC236}">
                <a16:creationId xmlns:a16="http://schemas.microsoft.com/office/drawing/2014/main" id="{437E37F5-E579-D12C-536E-A9118707E1C6}"/>
              </a:ext>
            </a:extLst>
          </p:cNvPr>
          <p:cNvSpPr>
            <a:spLocks noGrp="1"/>
          </p:cNvSpPr>
          <p:nvPr>
            <p:ph type="sldNum" sz="quarter" idx="18"/>
          </p:nvPr>
        </p:nvSpPr>
        <p:spPr>
          <a:xfrm>
            <a:off x="6976872" y="6318504"/>
            <a:ext cx="493776" cy="365760"/>
          </a:xfrm>
        </p:spPr>
        <p:txBody>
          <a:bodyPr/>
          <a:lstStyle/>
          <a:p>
            <a:fld id="{5DAD859A-2C66-45B9-9A71-3CF205EC2D4A}" type="slidenum">
              <a:rPr lang="en-US" smtClean="0"/>
              <a:t/>
            </a:fld>
            <a:endParaRPr lang="en-US"/>
          </a:p>
        </p:txBody>
      </p:sp>
      <p:sp>
        <p:nvSpPr>
          <p:cNvPr id="9" name="Picture Placeholder 8">
            <a:extLst>
              <a:ext uri="{FF2B5EF4-FFF2-40B4-BE49-F238E27FC236}">
                <a16:creationId xmlns:a16="http://schemas.microsoft.com/office/drawing/2014/main" id="{19D3616B-B0C6-AB9E-48FA-05090671826A}"/>
              </a:ext>
            </a:extLst>
          </p:cNvPr>
          <p:cNvSpPr>
            <a:spLocks noGrp="1"/>
          </p:cNvSpPr>
          <p:nvPr>
            <p:ph type="pic" sz="quarter" idx="15" hasCustomPrompt="1"/>
          </p:nvPr>
        </p:nvSpPr>
        <p:spPr>
          <a:xfrm>
            <a:off x="8129142" y="0"/>
            <a:ext cx="3939493" cy="6858000"/>
          </a:xfrm>
          <a:blipFill dpi="0" rotWithShape="1">
            <a:blip r:embed="rId2">
              <a:alphaModFix amt="70000"/>
            </a:blip>
            <a:srcRect/>
            <a:stretch>
              <a:fillRect/>
            </a:stretch>
          </a:blipFill>
        </p:spPr>
        <p:txBody>
          <a:bodyPr/>
          <a:lstStyle>
            <a:lvl1pPr marL="0" indent="0">
              <a:buNone/>
              <a:defRPr/>
            </a:lvl1pPr>
          </a:lstStyle>
          <a:p>
            <a:r>
              <a:rPr lang="en-US"/>
              <a:t> </a:t>
            </a:r>
          </a:p>
        </p:txBody>
      </p:sp>
      <p:grpSp>
        <p:nvGrpSpPr>
          <p:cNvPr id="10" name="Group 9">
            <a:extLst>
              <a:ext uri="{FF2B5EF4-FFF2-40B4-BE49-F238E27FC236}">
                <a16:creationId xmlns:a16="http://schemas.microsoft.com/office/drawing/2014/main" id="{D5BBFBAF-5922-A442-5D1A-BC28ADE0D2B7}"/>
              </a:ext>
              <a:ext uri="{C183D7F6-B498-43B3-948B-1728B52AA6E4}">
                <adec:decorative xmlns:adec="http://schemas.microsoft.com/office/drawing/2017/decorative" val="1"/>
              </a:ext>
            </a:extLst>
          </p:cNvPr>
          <p:cNvGrpSpPr/>
          <p:nvPr/>
        </p:nvGrpSpPr>
        <p:grpSpPr>
          <a:xfrm>
            <a:off x="12068638" y="0"/>
            <a:ext cx="123362" cy="6858000"/>
            <a:chOff x="12068638" y="0"/>
            <a:chExt cx="123362" cy="6858000"/>
          </a:xfrm>
        </p:grpSpPr>
        <p:sp>
          <p:nvSpPr>
            <p:cNvPr id="11" name="Rectangle 10">
              <a:extLst>
                <a:ext uri="{FF2B5EF4-FFF2-40B4-BE49-F238E27FC236}">
                  <a16:creationId xmlns:a16="http://schemas.microsoft.com/office/drawing/2014/main" id="{E9DBF79C-336C-A5FC-F9A7-F678FEB5C351}"/>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B3E95C8-0894-01F3-97E4-60803AAA24AF}"/>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725910129"/>
      </p:ext>
    </p:extLst>
  </p:cSld>
  <p:clrMapOvr>
    <a:masterClrMapping/>
  </p:clrMapOvr>
</p:sldLayout>
</file>

<file path=ppt/slideLayouts/slideLayout_80000022_FCBC4957.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706516" y="502920"/>
            <a:ext cx="6858000" cy="841248"/>
          </a:xfrm>
        </p:spPr>
        <p:txBody>
          <a:bodyPr anchor="b"/>
          <a:lstStyle/>
          <a:p>
            <a:r>
              <a:rPr lang="en-US"/>
              <a:t>Click to edit Master title style</a:t>
            </a:r>
          </a:p>
        </p:txBody>
      </p:sp>
      <p:sp>
        <p:nvSpPr>
          <p:cNvPr id="10" name="Picture Placeholder 9">
            <a:extLst>
              <a:ext uri="{FF2B5EF4-FFF2-40B4-BE49-F238E27FC236}">
                <a16:creationId xmlns:a16="http://schemas.microsoft.com/office/drawing/2014/main" id="{8AF4E90B-EF6F-24B4-C4FE-7FBC72B7E9EE}"/>
              </a:ext>
            </a:extLst>
          </p:cNvPr>
          <p:cNvSpPr>
            <a:spLocks noGrp="1"/>
          </p:cNvSpPr>
          <p:nvPr>
            <p:ph type="pic" sz="quarter" idx="15" hasCustomPrompt="1"/>
          </p:nvPr>
        </p:nvSpPr>
        <p:spPr>
          <a:xfrm>
            <a:off x="115867" y="0"/>
            <a:ext cx="3968496" cy="6858000"/>
          </a:xfrm>
          <a:blipFill dpi="0" rotWithShape="1">
            <a:blip r:embed="rId2">
              <a:alphaModFix amt="70000"/>
            </a:blip>
            <a:srcRect/>
            <a:stretch>
              <a:fillRect/>
            </a:stretch>
          </a:blipFill>
        </p:spPr>
        <p:txBody>
          <a:bodyPr/>
          <a:lstStyle>
            <a:lvl1pPr marL="0" indent="0">
              <a:buNone/>
              <a:defRPr/>
            </a:lvl1pPr>
          </a:lstStyle>
          <a:p>
            <a:r>
              <a:rPr lang="en-US"/>
              <a:t> </a:t>
            </a:r>
          </a:p>
        </p:txBody>
      </p:sp>
      <p:grpSp>
        <p:nvGrpSpPr>
          <p:cNvPr id="11" name="Group 10">
            <a:extLst>
              <a:ext uri="{FF2B5EF4-FFF2-40B4-BE49-F238E27FC236}">
                <a16:creationId xmlns:a16="http://schemas.microsoft.com/office/drawing/2014/main" id="{3F50B082-E806-677A-B150-164003C5BF2E}"/>
              </a:ext>
              <a:ext uri="{C183D7F6-B498-43B3-948B-1728B52AA6E4}">
                <adec:decorative xmlns:adec="http://schemas.microsoft.com/office/drawing/2017/decorative" val="1"/>
              </a:ext>
            </a:extLst>
          </p:cNvPr>
          <p:cNvGrpSpPr/>
          <p:nvPr/>
        </p:nvGrpSpPr>
        <p:grpSpPr>
          <a:xfrm>
            <a:off x="0" y="0"/>
            <a:ext cx="123362" cy="6858000"/>
            <a:chOff x="12068638" y="0"/>
            <a:chExt cx="123362" cy="6858000"/>
          </a:xfrm>
        </p:grpSpPr>
        <p:sp>
          <p:nvSpPr>
            <p:cNvPr id="12" name="Rectangle 11">
              <a:extLst>
                <a:ext uri="{FF2B5EF4-FFF2-40B4-BE49-F238E27FC236}">
                  <a16:creationId xmlns:a16="http://schemas.microsoft.com/office/drawing/2014/main" id="{CEBF228F-ECC6-8326-8C59-4539BE646E46}"/>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29E235C-963A-D79C-5145-5233B1FD5A89}"/>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706516" y="1472183"/>
            <a:ext cx="6858000" cy="47823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046FDC5C-46E3-4585-C089-E091BE6E5D36}"/>
              </a:ext>
            </a:extLst>
          </p:cNvPr>
          <p:cNvSpPr>
            <a:spLocks noGrp="1"/>
          </p:cNvSpPr>
          <p:nvPr>
            <p:ph type="ftr" sz="quarter" idx="17"/>
          </p:nvPr>
        </p:nvSpPr>
        <p:spPr>
          <a:xfrm>
            <a:off x="4706516" y="6318504"/>
            <a:ext cx="4096512" cy="365760"/>
          </a:xfrm>
        </p:spPr>
        <p:txBody>
          <a:bodyPr/>
          <a:lstStyle/>
          <a:p>
            <a:endParaRPr lang="en-US"/>
          </a:p>
        </p:txBody>
      </p:sp>
      <p:sp>
        <p:nvSpPr>
          <p:cNvPr id="3" name="Date Placeholder 2">
            <a:extLst>
              <a:ext uri="{FF2B5EF4-FFF2-40B4-BE49-F238E27FC236}">
                <a16:creationId xmlns:a16="http://schemas.microsoft.com/office/drawing/2014/main" id="{5721447D-8AA6-9863-0212-376200A916F4}"/>
              </a:ext>
            </a:extLst>
          </p:cNvPr>
          <p:cNvSpPr>
            <a:spLocks noGrp="1"/>
          </p:cNvSpPr>
          <p:nvPr>
            <p:ph type="dt" sz="half" idx="16"/>
          </p:nvPr>
        </p:nvSpPr>
        <p:spPr>
          <a:xfrm>
            <a:off x="8729070" y="6318504"/>
            <a:ext cx="2838090" cy="365760"/>
          </a:xfrm>
        </p:spPr>
        <p:txBody>
          <a:bodyPr/>
          <a:lstStyle/>
          <a:p>
            <a:fld id="{3AEEF7F6-ECFE-4473-B3E9-C91BE833927A}" type="datetimeFigureOut">
              <a:rPr lang="en-US" smtClean="0"/>
              <a:t/>
            </a:fld>
            <a:endParaRPr lang="en-US"/>
          </a:p>
        </p:txBody>
      </p:sp>
      <p:sp>
        <p:nvSpPr>
          <p:cNvPr id="9" name="Slide Number Placeholder 8">
            <a:extLst>
              <a:ext uri="{FF2B5EF4-FFF2-40B4-BE49-F238E27FC236}">
                <a16:creationId xmlns:a16="http://schemas.microsoft.com/office/drawing/2014/main" id="{86395A93-90A0-8500-32A5-2011DF9658FA}"/>
              </a:ext>
            </a:extLst>
          </p:cNvPr>
          <p:cNvSpPr>
            <a:spLocks noGrp="1"/>
          </p:cNvSpPr>
          <p:nvPr>
            <p:ph type="sldNum" sz="quarter" idx="18"/>
          </p:nvPr>
        </p:nvSpPr>
        <p:spPr/>
        <p:txBody>
          <a:bodyPr/>
          <a:lstStyle/>
          <a:p>
            <a:fld id="{5DAD859A-2C66-45B9-9A71-3CF205EC2D4A}" type="slidenum">
              <a:rPr lang="en-US" smtClean="0"/>
              <a:t/>
            </a:fld>
            <a:endParaRPr lang="en-US"/>
          </a:p>
        </p:txBody>
      </p:sp>
    </p:spTree>
    <p:extLst>
      <p:ext uri="{BB962C8B-B14F-4D97-AF65-F5344CB8AC3E}">
        <p14:creationId xmlns:p14="http://schemas.microsoft.com/office/powerpoint/2010/main" val="4240197975"/>
      </p:ext>
    </p:extLst>
  </p:cSld>
  <p:clrMapOvr>
    <a:masterClrMapping/>
  </p:clrMapOvr>
</p:sldLayout>
</file>

<file path=ppt/slideLayouts/slideLayout_80000023_2B3962A7.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87AE7BB9-8F3B-888B-7C5F-C693E4B78B3D}"/>
              </a:ext>
              <a:ext uri="{C183D7F6-B498-43B3-948B-1728B52AA6E4}">
                <adec:decorative xmlns:adec="http://schemas.microsoft.com/office/drawing/2017/decorative" val="1"/>
              </a:ext>
            </a:extLst>
          </p:cNvPr>
          <p:cNvGrpSpPr/>
          <p:nvPr/>
        </p:nvGrpSpPr>
        <p:grpSpPr>
          <a:xfrm>
            <a:off x="12068638" y="0"/>
            <a:ext cx="123362" cy="6858000"/>
            <a:chOff x="12068638" y="0"/>
            <a:chExt cx="123362" cy="6858000"/>
          </a:xfrm>
        </p:grpSpPr>
        <p:sp>
          <p:nvSpPr>
            <p:cNvPr id="9" name="Rectangle 8">
              <a:extLst>
                <a:ext uri="{FF2B5EF4-FFF2-40B4-BE49-F238E27FC236}">
                  <a16:creationId xmlns:a16="http://schemas.microsoft.com/office/drawing/2014/main" id="{7CA2AA3A-CAA5-475A-C3CD-9ABFCE2B0092}"/>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B43ED07E-CBE3-22B8-BCE0-4F98BB64C4C6}"/>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02920"/>
            <a:ext cx="4573413" cy="841248"/>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648" y="1472184"/>
            <a:ext cx="4573413" cy="47823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ooter Placeholder 10">
            <a:extLst>
              <a:ext uri="{FF2B5EF4-FFF2-40B4-BE49-F238E27FC236}">
                <a16:creationId xmlns:a16="http://schemas.microsoft.com/office/drawing/2014/main" id="{42B6E2F6-1C60-7678-922C-01C4DB211D7A}"/>
              </a:ext>
            </a:extLst>
          </p:cNvPr>
          <p:cNvSpPr>
            <a:spLocks noGrp="1"/>
          </p:cNvSpPr>
          <p:nvPr>
            <p:ph type="ftr" sz="quarter" idx="17"/>
          </p:nvPr>
        </p:nvSpPr>
        <p:spPr>
          <a:xfrm>
            <a:off x="612648" y="6318504"/>
            <a:ext cx="2743200" cy="365760"/>
          </a:xfrm>
        </p:spPr>
        <p:txBody>
          <a:bodyPr/>
          <a:lstStyle/>
          <a:p>
            <a:endParaRPr lang="en-US"/>
          </a:p>
        </p:txBody>
      </p:sp>
      <p:sp>
        <p:nvSpPr>
          <p:cNvPr id="4" name="Date Placeholder 3">
            <a:extLst>
              <a:ext uri="{FF2B5EF4-FFF2-40B4-BE49-F238E27FC236}">
                <a16:creationId xmlns:a16="http://schemas.microsoft.com/office/drawing/2014/main" id="{0D5BA7FF-A77E-82D8-382F-C60F9EB7D403}"/>
              </a:ext>
            </a:extLst>
          </p:cNvPr>
          <p:cNvSpPr>
            <a:spLocks noGrp="1"/>
          </p:cNvSpPr>
          <p:nvPr>
            <p:ph type="dt" sz="half" idx="16"/>
          </p:nvPr>
        </p:nvSpPr>
        <p:spPr>
          <a:xfrm>
            <a:off x="3355847" y="6318504"/>
            <a:ext cx="1418733" cy="365760"/>
          </a:xfrm>
        </p:spPr>
        <p:txBody>
          <a:bodyPr/>
          <a:lstStyle/>
          <a:p>
            <a:fld id="{3AEEF7F6-ECFE-4473-B3E9-C91BE833927A}" type="datetimeFigureOut">
              <a:rPr lang="en-US" smtClean="0"/>
              <a:t/>
            </a:fld>
            <a:endParaRPr lang="en-US"/>
          </a:p>
        </p:txBody>
      </p:sp>
      <p:sp>
        <p:nvSpPr>
          <p:cNvPr id="13" name="Slide Number Placeholder 12">
            <a:extLst>
              <a:ext uri="{FF2B5EF4-FFF2-40B4-BE49-F238E27FC236}">
                <a16:creationId xmlns:a16="http://schemas.microsoft.com/office/drawing/2014/main" id="{277AED5A-2B3B-6F43-CA78-5BF85217FD6E}"/>
              </a:ext>
            </a:extLst>
          </p:cNvPr>
          <p:cNvSpPr>
            <a:spLocks noGrp="1"/>
          </p:cNvSpPr>
          <p:nvPr>
            <p:ph type="sldNum" sz="quarter" idx="18"/>
          </p:nvPr>
        </p:nvSpPr>
        <p:spPr>
          <a:xfrm>
            <a:off x="4692285" y="6318504"/>
            <a:ext cx="493776" cy="365760"/>
          </a:xfrm>
        </p:spPr>
        <p:txBody>
          <a:bodyPr/>
          <a:lstStyle/>
          <a:p>
            <a:fld id="{5DAD859A-2C66-45B9-9A71-3CF205EC2D4A}" type="slidenum">
              <a:rPr lang="en-US" smtClean="0"/>
              <a:t/>
            </a:fld>
            <a:endParaRPr lang="en-US"/>
          </a:p>
        </p:txBody>
      </p:sp>
      <p:sp>
        <p:nvSpPr>
          <p:cNvPr id="12" name="Picture Placeholder 11">
            <a:extLst>
              <a:ext uri="{FF2B5EF4-FFF2-40B4-BE49-F238E27FC236}">
                <a16:creationId xmlns:a16="http://schemas.microsoft.com/office/drawing/2014/main" id="{EC59C038-AFE7-F1BB-D482-33E170892572}"/>
              </a:ext>
            </a:extLst>
          </p:cNvPr>
          <p:cNvSpPr>
            <a:spLocks noGrp="1"/>
          </p:cNvSpPr>
          <p:nvPr>
            <p:ph type="pic" sz="quarter" idx="15" hasCustomPrompt="1"/>
          </p:nvPr>
        </p:nvSpPr>
        <p:spPr>
          <a:xfrm>
            <a:off x="5844556" y="0"/>
            <a:ext cx="6224082" cy="6858000"/>
          </a:xfrm>
          <a:blipFill dpi="0" rotWithShape="1">
            <a:blip r:embed="rId2">
              <a:alphaModFix amt="70000"/>
            </a:blip>
            <a:srcRect/>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725181095"/>
      </p:ext>
    </p:extLst>
  </p:cSld>
  <p:clrMapOvr>
    <a:masterClrMapping/>
  </p:clrMapOvr>
</p:sldLayout>
</file>

<file path=ppt/slideLayouts/slideLayout_80000024_E948D132.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02920"/>
            <a:ext cx="4389120" cy="1444752"/>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648" y="2084832"/>
            <a:ext cx="4389120" cy="416966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7497486-A221-C6D1-050D-0B3DB326465B}"/>
              </a:ext>
            </a:extLst>
          </p:cNvPr>
          <p:cNvSpPr>
            <a:spLocks noGrp="1"/>
          </p:cNvSpPr>
          <p:nvPr>
            <p:ph type="ftr" sz="quarter" idx="17"/>
          </p:nvPr>
        </p:nvSpPr>
        <p:spPr>
          <a:xfrm>
            <a:off x="612648" y="6318504"/>
            <a:ext cx="2651760" cy="365760"/>
          </a:xfrm>
        </p:spPr>
        <p:txBody>
          <a:bodyPr/>
          <a:lstStyle/>
          <a:p>
            <a:endParaRPr lang="en-US"/>
          </a:p>
        </p:txBody>
      </p:sp>
      <p:sp>
        <p:nvSpPr>
          <p:cNvPr id="3" name="Date Placeholder 2">
            <a:extLst>
              <a:ext uri="{FF2B5EF4-FFF2-40B4-BE49-F238E27FC236}">
                <a16:creationId xmlns:a16="http://schemas.microsoft.com/office/drawing/2014/main" id="{3907AE70-2FE3-1872-0811-BC089F612855}"/>
              </a:ext>
            </a:extLst>
          </p:cNvPr>
          <p:cNvSpPr>
            <a:spLocks noGrp="1"/>
          </p:cNvSpPr>
          <p:nvPr>
            <p:ph type="dt" sz="half" idx="16"/>
          </p:nvPr>
        </p:nvSpPr>
        <p:spPr>
          <a:xfrm>
            <a:off x="3264408" y="6318504"/>
            <a:ext cx="1325880" cy="365760"/>
          </a:xfrm>
        </p:spPr>
        <p:txBody>
          <a:bodyPr/>
          <a:lstStyle/>
          <a:p>
            <a:fld id="{3AEEF7F6-ECFE-4473-B3E9-C91BE833927A}" type="datetimeFigureOut">
              <a:rPr lang="en-US" smtClean="0"/>
              <a:t/>
            </a:fld>
            <a:endParaRPr lang="en-US"/>
          </a:p>
        </p:txBody>
      </p:sp>
      <p:sp>
        <p:nvSpPr>
          <p:cNvPr id="9" name="Slide Number Placeholder 8">
            <a:extLst>
              <a:ext uri="{FF2B5EF4-FFF2-40B4-BE49-F238E27FC236}">
                <a16:creationId xmlns:a16="http://schemas.microsoft.com/office/drawing/2014/main" id="{193EE6EB-FF56-B8A3-1408-5C43C49B256E}"/>
              </a:ext>
            </a:extLst>
          </p:cNvPr>
          <p:cNvSpPr>
            <a:spLocks noGrp="1"/>
          </p:cNvSpPr>
          <p:nvPr>
            <p:ph type="sldNum" sz="quarter" idx="18"/>
          </p:nvPr>
        </p:nvSpPr>
        <p:spPr>
          <a:xfrm>
            <a:off x="4507992" y="6318504"/>
            <a:ext cx="493776" cy="365760"/>
          </a:xfrm>
        </p:spPr>
        <p:txBody>
          <a:bodyPr/>
          <a:lstStyle/>
          <a:p>
            <a:fld id="{5DAD859A-2C66-45B9-9A71-3CF205EC2D4A}" type="slidenum">
              <a:rPr lang="en-US" smtClean="0"/>
              <a:t/>
            </a:fld>
            <a:endParaRPr lang="en-US"/>
          </a:p>
        </p:txBody>
      </p:sp>
      <p:sp>
        <p:nvSpPr>
          <p:cNvPr id="10" name="Picture Placeholder 9">
            <a:extLst>
              <a:ext uri="{FF2B5EF4-FFF2-40B4-BE49-F238E27FC236}">
                <a16:creationId xmlns:a16="http://schemas.microsoft.com/office/drawing/2014/main" id="{EE2866F3-0262-FC88-23E2-359D75EA8A79}"/>
              </a:ext>
            </a:extLst>
          </p:cNvPr>
          <p:cNvSpPr>
            <a:spLocks noGrp="1"/>
          </p:cNvSpPr>
          <p:nvPr>
            <p:ph type="pic" sz="quarter" idx="15" hasCustomPrompt="1"/>
          </p:nvPr>
        </p:nvSpPr>
        <p:spPr>
          <a:xfrm>
            <a:off x="5660263" y="0"/>
            <a:ext cx="6408375" cy="6858000"/>
          </a:xfrm>
          <a:blipFill dpi="0" rotWithShape="1">
            <a:blip r:embed="rId2">
              <a:alphaModFix amt="70000"/>
            </a:blip>
            <a:srcRect/>
            <a:stretch>
              <a:fillRect/>
            </a:stretch>
          </a:blipFill>
        </p:spPr>
        <p:txBody>
          <a:bodyPr/>
          <a:lstStyle>
            <a:lvl1pPr marL="0" indent="0">
              <a:buNone/>
              <a:defRPr/>
            </a:lvl1pPr>
          </a:lstStyle>
          <a:p>
            <a:r>
              <a:rPr lang="en-US"/>
              <a:t> </a:t>
            </a:r>
          </a:p>
        </p:txBody>
      </p:sp>
      <p:grpSp>
        <p:nvGrpSpPr>
          <p:cNvPr id="11" name="Group 10">
            <a:extLst>
              <a:ext uri="{FF2B5EF4-FFF2-40B4-BE49-F238E27FC236}">
                <a16:creationId xmlns:a16="http://schemas.microsoft.com/office/drawing/2014/main" id="{5D76C82F-0CA8-713E-E19A-65D51910A5DC}"/>
              </a:ext>
              <a:ext uri="{C183D7F6-B498-43B3-948B-1728B52AA6E4}">
                <adec:decorative xmlns:adec="http://schemas.microsoft.com/office/drawing/2017/decorative" val="1"/>
              </a:ext>
            </a:extLst>
          </p:cNvPr>
          <p:cNvGrpSpPr/>
          <p:nvPr/>
        </p:nvGrpSpPr>
        <p:grpSpPr>
          <a:xfrm>
            <a:off x="12068638" y="0"/>
            <a:ext cx="123362" cy="6858000"/>
            <a:chOff x="12068638" y="0"/>
            <a:chExt cx="123362" cy="6858000"/>
          </a:xfrm>
        </p:grpSpPr>
        <p:sp>
          <p:nvSpPr>
            <p:cNvPr id="12" name="Rectangle 11">
              <a:extLst>
                <a:ext uri="{FF2B5EF4-FFF2-40B4-BE49-F238E27FC236}">
                  <a16:creationId xmlns:a16="http://schemas.microsoft.com/office/drawing/2014/main" id="{C3A0EB22-0640-E9D6-5C90-504668EDC47C}"/>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B995F219-6751-8C9C-0F4E-1048F537CB61}"/>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913863474"/>
      </p:ext>
    </p:extLst>
  </p:cSld>
  <p:clrMapOvr>
    <a:masterClrMapping/>
  </p:clrMapOvr>
</p:sldLayout>
</file>

<file path=ppt/slideLayouts/slideLayout_80000025_787248DF.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5C494689-2DF4-F719-B5A3-0E33B5AB963F}"/>
              </a:ext>
              <a:ext uri="{C183D7F6-B498-43B3-948B-1728B52AA6E4}">
                <adec:decorative xmlns:adec="http://schemas.microsoft.com/office/drawing/2017/decorative" val="1"/>
              </a:ext>
            </a:extLst>
          </p:cNvPr>
          <p:cNvGrpSpPr/>
          <p:nvPr/>
        </p:nvGrpSpPr>
        <p:grpSpPr>
          <a:xfrm rot="10800000">
            <a:off x="0" y="6743026"/>
            <a:ext cx="12207200" cy="123363"/>
            <a:chOff x="-5025" y="6737718"/>
            <a:chExt cx="12207200" cy="123363"/>
          </a:xfrm>
        </p:grpSpPr>
        <p:sp>
          <p:nvSpPr>
            <p:cNvPr id="17" name="Rectangle 16">
              <a:extLst>
                <a:ext uri="{FF2B5EF4-FFF2-40B4-BE49-F238E27FC236}">
                  <a16:creationId xmlns:a16="http://schemas.microsoft.com/office/drawing/2014/main" id="{258C88C8-2ADC-03E1-DA79-C09C9FFCB400}"/>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6EE9281E-3F01-B630-B5DF-17CEE295D67F}"/>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722376"/>
            <a:ext cx="3017520" cy="3364992"/>
          </a:xfrm>
        </p:spPr>
        <p:txBody>
          <a:bodyPr anchor="t"/>
          <a:lstStyle/>
          <a:p>
            <a:r>
              <a:rPr lang="en-US"/>
              <a:t>Click to edit Master title style</a:t>
            </a:r>
          </a:p>
        </p:txBody>
      </p:sp>
      <p:sp>
        <p:nvSpPr>
          <p:cNvPr id="10" name="Picture Placeholder 9">
            <a:extLst>
              <a:ext uri="{FF2B5EF4-FFF2-40B4-BE49-F238E27FC236}">
                <a16:creationId xmlns:a16="http://schemas.microsoft.com/office/drawing/2014/main" id="{85A6D87B-55DF-483B-0AF7-E6F2B6041C80}"/>
              </a:ext>
            </a:extLst>
          </p:cNvPr>
          <p:cNvSpPr>
            <a:spLocks noGrp="1"/>
          </p:cNvSpPr>
          <p:nvPr>
            <p:ph type="pic" sz="quarter" idx="15" hasCustomPrompt="1"/>
          </p:nvPr>
        </p:nvSpPr>
        <p:spPr>
          <a:xfrm>
            <a:off x="4105656" y="722376"/>
            <a:ext cx="3417212" cy="5440680"/>
          </a:xfrm>
          <a:blipFill dpi="0" rotWithShape="1">
            <a:blip r:embed="rId2">
              <a:alphaModFix amt="70000"/>
            </a:blip>
            <a:srcRect/>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7998356" y="722376"/>
            <a:ext cx="3566160" cy="5440680"/>
          </a:xfrm>
        </p:spPr>
        <p:txBody>
          <a:bodyPr vert="horz" lIns="91440" tIns="45720" rIns="91440" bIns="45720" rtlCol="0" anchor="b">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Footer Placeholder 13">
            <a:extLst>
              <a:ext uri="{FF2B5EF4-FFF2-40B4-BE49-F238E27FC236}">
                <a16:creationId xmlns:a16="http://schemas.microsoft.com/office/drawing/2014/main" id="{B46F9121-A740-6137-350B-F287FC3F65ED}"/>
              </a:ext>
            </a:extLst>
          </p:cNvPr>
          <p:cNvSpPr>
            <a:spLocks noGrp="1"/>
          </p:cNvSpPr>
          <p:nvPr>
            <p:ph type="ftr" sz="quarter" idx="17"/>
          </p:nvPr>
        </p:nvSpPr>
        <p:spPr/>
        <p:txBody>
          <a:bodyPr/>
          <a:lstStyle/>
          <a:p>
            <a:endParaRPr lang="en-US"/>
          </a:p>
        </p:txBody>
      </p:sp>
      <p:sp>
        <p:nvSpPr>
          <p:cNvPr id="9" name="Date Placeholder 8">
            <a:extLst>
              <a:ext uri="{FF2B5EF4-FFF2-40B4-BE49-F238E27FC236}">
                <a16:creationId xmlns:a16="http://schemas.microsoft.com/office/drawing/2014/main" id="{71DDF62D-265F-648C-DEAF-A6B63AFE9A88}"/>
              </a:ext>
            </a:extLst>
          </p:cNvPr>
          <p:cNvSpPr>
            <a:spLocks noGrp="1"/>
          </p:cNvSpPr>
          <p:nvPr>
            <p:ph type="dt" sz="half" idx="16"/>
          </p:nvPr>
        </p:nvSpPr>
        <p:spPr/>
        <p:txBody>
          <a:bodyPr/>
          <a:lstStyle/>
          <a:p>
            <a:fld id="{3AEEF7F6-ECFE-4473-B3E9-C91BE833927A}" type="datetimeFigureOut">
              <a:rPr lang="en-US" smtClean="0"/>
              <a:t/>
            </a:fld>
            <a:endParaRPr lang="en-US"/>
          </a:p>
        </p:txBody>
      </p:sp>
      <p:sp>
        <p:nvSpPr>
          <p:cNvPr id="15" name="Slide Number Placeholder 14">
            <a:extLst>
              <a:ext uri="{FF2B5EF4-FFF2-40B4-BE49-F238E27FC236}">
                <a16:creationId xmlns:a16="http://schemas.microsoft.com/office/drawing/2014/main" id="{4B1E5F69-8168-1838-71D3-E395524793E7}"/>
              </a:ext>
            </a:extLst>
          </p:cNvPr>
          <p:cNvSpPr>
            <a:spLocks noGrp="1"/>
          </p:cNvSpPr>
          <p:nvPr>
            <p:ph type="sldNum" sz="quarter" idx="18"/>
          </p:nvPr>
        </p:nvSpPr>
        <p:spPr/>
        <p:txBody>
          <a:bodyPr/>
          <a:lstStyle/>
          <a:p>
            <a:fld id="{5DAD859A-2C66-45B9-9A71-3CF205EC2D4A}" type="slidenum">
              <a:rPr lang="en-US" smtClean="0"/>
              <a:t/>
            </a:fld>
            <a:endParaRPr lang="en-US"/>
          </a:p>
        </p:txBody>
      </p:sp>
    </p:spTree>
    <p:extLst>
      <p:ext uri="{BB962C8B-B14F-4D97-AF65-F5344CB8AC3E}">
        <p14:creationId xmlns:p14="http://schemas.microsoft.com/office/powerpoint/2010/main" val="2020755679"/>
      </p:ext>
    </p:extLst>
  </p:cSld>
  <p:clrMapOvr>
    <a:masterClrMapping/>
  </p:clrMapOvr>
</p:sldLayout>
</file>

<file path=ppt/slideLayouts/slideLayout_80000026_C8D30738.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6DB5D765-4DB1-83CD-C254-A90B6611CFB6}"/>
              </a:ext>
              <a:ext uri="{C183D7F6-B498-43B3-948B-1728B52AA6E4}">
                <adec:decorative xmlns:adec="http://schemas.microsoft.com/office/drawing/2017/decorative" val="1"/>
              </a:ext>
            </a:extLst>
          </p:cNvPr>
          <p:cNvGrpSpPr/>
          <p:nvPr/>
        </p:nvGrpSpPr>
        <p:grpSpPr>
          <a:xfrm>
            <a:off x="0" y="0"/>
            <a:ext cx="123362" cy="6858000"/>
            <a:chOff x="12068638" y="0"/>
            <a:chExt cx="123362" cy="6858000"/>
          </a:xfrm>
        </p:grpSpPr>
        <p:sp>
          <p:nvSpPr>
            <p:cNvPr id="9" name="Rectangle 8">
              <a:extLst>
                <a:ext uri="{FF2B5EF4-FFF2-40B4-BE49-F238E27FC236}">
                  <a16:creationId xmlns:a16="http://schemas.microsoft.com/office/drawing/2014/main" id="{C69A84EF-6D24-A163-8B58-B5389FD4DDD7}"/>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E9A50A9-013C-611D-B106-1ED459519F51}"/>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165592" y="502920"/>
            <a:ext cx="3401568" cy="1444752"/>
          </a:xfrm>
        </p:spPr>
        <p:txBody>
          <a:bodyPr anchor="b"/>
          <a:lstStyle/>
          <a:p>
            <a:r>
              <a:rPr lang="en-US"/>
              <a:t>Click to edit Master title style</a:t>
            </a:r>
          </a:p>
        </p:txBody>
      </p:sp>
      <p:sp>
        <p:nvSpPr>
          <p:cNvPr id="12" name="Picture Placeholder 11">
            <a:extLst>
              <a:ext uri="{FF2B5EF4-FFF2-40B4-BE49-F238E27FC236}">
                <a16:creationId xmlns:a16="http://schemas.microsoft.com/office/drawing/2014/main" id="{F8A45037-DD9A-9287-B37A-49CD4CC3CAFB}"/>
              </a:ext>
            </a:extLst>
          </p:cNvPr>
          <p:cNvSpPr>
            <a:spLocks noGrp="1"/>
          </p:cNvSpPr>
          <p:nvPr>
            <p:ph type="pic" sz="quarter" idx="15" hasCustomPrompt="1"/>
          </p:nvPr>
        </p:nvSpPr>
        <p:spPr>
          <a:xfrm>
            <a:off x="115866" y="-1"/>
            <a:ext cx="7397496" cy="6857999"/>
          </a:xfrm>
          <a:blipFill dpi="0" rotWithShape="1">
            <a:blip r:embed="rId2">
              <a:alphaModFix amt="70000"/>
            </a:blip>
            <a:srcRect/>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165592" y="2084832"/>
            <a:ext cx="3401568" cy="4169664"/>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ooter Placeholder 10">
            <a:extLst>
              <a:ext uri="{FF2B5EF4-FFF2-40B4-BE49-F238E27FC236}">
                <a16:creationId xmlns:a16="http://schemas.microsoft.com/office/drawing/2014/main" id="{6F5CC625-CD4F-F9C5-5E5D-05B78AE7CEE1}"/>
              </a:ext>
            </a:extLst>
          </p:cNvPr>
          <p:cNvSpPr>
            <a:spLocks noGrp="1"/>
          </p:cNvSpPr>
          <p:nvPr>
            <p:ph type="ftr" sz="quarter" idx="17"/>
          </p:nvPr>
        </p:nvSpPr>
        <p:spPr>
          <a:xfrm>
            <a:off x="8165592" y="6318504"/>
            <a:ext cx="2333520" cy="365760"/>
          </a:xfrm>
        </p:spPr>
        <p:txBody>
          <a:bodyPr/>
          <a:lstStyle/>
          <a:p>
            <a:endParaRPr lang="en-US"/>
          </a:p>
        </p:txBody>
      </p:sp>
      <p:sp>
        <p:nvSpPr>
          <p:cNvPr id="4" name="Date Placeholder 3">
            <a:extLst>
              <a:ext uri="{FF2B5EF4-FFF2-40B4-BE49-F238E27FC236}">
                <a16:creationId xmlns:a16="http://schemas.microsoft.com/office/drawing/2014/main" id="{1762B38A-33A6-F8AC-C9B9-FA400D29071B}"/>
              </a:ext>
            </a:extLst>
          </p:cNvPr>
          <p:cNvSpPr>
            <a:spLocks noGrp="1"/>
          </p:cNvSpPr>
          <p:nvPr>
            <p:ph type="dt" sz="half" idx="16"/>
          </p:nvPr>
        </p:nvSpPr>
        <p:spPr>
          <a:xfrm>
            <a:off x="10504406" y="6318504"/>
            <a:ext cx="1062754" cy="365760"/>
          </a:xfrm>
        </p:spPr>
        <p:txBody>
          <a:bodyPr/>
          <a:lstStyle/>
          <a:p>
            <a:fld id="{3AEEF7F6-ECFE-4473-B3E9-C91BE833927A}" type="datetimeFigureOut">
              <a:rPr lang="en-US" smtClean="0"/>
              <a:t/>
            </a:fld>
            <a:endParaRPr lang="en-US"/>
          </a:p>
        </p:txBody>
      </p:sp>
      <p:sp>
        <p:nvSpPr>
          <p:cNvPr id="13" name="Slide Number Placeholder 12">
            <a:extLst>
              <a:ext uri="{FF2B5EF4-FFF2-40B4-BE49-F238E27FC236}">
                <a16:creationId xmlns:a16="http://schemas.microsoft.com/office/drawing/2014/main" id="{E5B1B358-15B5-2BEF-0B1B-0BC9F05FFA1A}"/>
              </a:ext>
            </a:extLst>
          </p:cNvPr>
          <p:cNvSpPr>
            <a:spLocks noGrp="1"/>
          </p:cNvSpPr>
          <p:nvPr>
            <p:ph type="sldNum" sz="quarter" idx="18"/>
          </p:nvPr>
        </p:nvSpPr>
        <p:spPr/>
        <p:txBody>
          <a:bodyPr/>
          <a:lstStyle/>
          <a:p>
            <a:fld id="{5DAD859A-2C66-45B9-9A71-3CF205EC2D4A}" type="slidenum">
              <a:rPr lang="en-US" smtClean="0"/>
              <a:t/>
            </a:fld>
            <a:endParaRPr lang="en-US"/>
          </a:p>
        </p:txBody>
      </p:sp>
    </p:spTree>
    <p:extLst>
      <p:ext uri="{BB962C8B-B14F-4D97-AF65-F5344CB8AC3E}">
        <p14:creationId xmlns:p14="http://schemas.microsoft.com/office/powerpoint/2010/main" val="3369273144"/>
      </p:ext>
    </p:extLst>
  </p:cSld>
  <p:clrMapOvr>
    <a:masterClrMapping/>
  </p:clrMapOvr>
</p:sldLayout>
</file>

<file path=ppt/slideLayouts/slideLayout_80000027_D70ED8C0.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02920"/>
            <a:ext cx="3401568" cy="1444752"/>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612648" y="2084832"/>
            <a:ext cx="3401568" cy="4169664"/>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12648" y="6318504"/>
            <a:ext cx="1975502" cy="365760"/>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2588150" y="6318504"/>
            <a:ext cx="1014586" cy="365760"/>
          </a:xfrm>
        </p:spPr>
        <p:txBody>
          <a:bodyPr/>
          <a:lstStyle>
            <a:lvl1pPr>
              <a:defRPr>
                <a:solidFill>
                  <a:schemeClr val="tx1"/>
                </a:solidFill>
                <a:effectLst/>
              </a:defRPr>
            </a:lvl1pPr>
          </a:lstStyle>
          <a:p>
            <a:fld id="{3AEEF7F6-ECFE-4473-B3E9-C91BE833927A}" type="datetimeFigureOut">
              <a:rPr lang="en-US" smtClean="0"/>
              <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3520440" y="6318504"/>
            <a:ext cx="493776" cy="365760"/>
          </a:xfrm>
        </p:spPr>
        <p:txBody>
          <a:bodyPr/>
          <a:lstStyle/>
          <a:p>
            <a:fld id="{5DAD859A-2C66-45B9-9A71-3CF205EC2D4A}" type="slidenum">
              <a:rPr lang="en-US" smtClean="0"/>
              <a:t/>
            </a:fld>
            <a:endParaRPr lang="en-US"/>
          </a:p>
        </p:txBody>
      </p:sp>
      <p:sp>
        <p:nvSpPr>
          <p:cNvPr id="10" name="Picture Placeholder 9">
            <a:extLst>
              <a:ext uri="{FF2B5EF4-FFF2-40B4-BE49-F238E27FC236}">
                <a16:creationId xmlns:a16="http://schemas.microsoft.com/office/drawing/2014/main" id="{85A6D87B-55DF-483B-0AF7-E6F2B6041C80}"/>
              </a:ext>
            </a:extLst>
          </p:cNvPr>
          <p:cNvSpPr>
            <a:spLocks noGrp="1"/>
          </p:cNvSpPr>
          <p:nvPr>
            <p:ph type="pic" sz="quarter" idx="15" hasCustomPrompt="1"/>
          </p:nvPr>
        </p:nvSpPr>
        <p:spPr>
          <a:xfrm>
            <a:off x="4802819" y="0"/>
            <a:ext cx="7265819" cy="6858000"/>
          </a:xfrm>
          <a:blipFill dpi="0" rotWithShape="1">
            <a:blip r:embed="rId2">
              <a:alphaModFix amt="70000"/>
            </a:blip>
            <a:srcRect/>
            <a:stretch>
              <a:fillRect/>
            </a:stretch>
          </a:blipFill>
        </p:spPr>
        <p:txBody>
          <a:bodyPr/>
          <a:lstStyle>
            <a:lvl1pPr marL="0" indent="0">
              <a:buNone/>
              <a:defRPr/>
            </a:lvl1pPr>
          </a:lstStyle>
          <a:p>
            <a:r>
              <a:rPr lang="en-US"/>
              <a:t> </a:t>
            </a:r>
          </a:p>
        </p:txBody>
      </p:sp>
      <p:grpSp>
        <p:nvGrpSpPr>
          <p:cNvPr id="11" name="Group 10">
            <a:extLst>
              <a:ext uri="{FF2B5EF4-FFF2-40B4-BE49-F238E27FC236}">
                <a16:creationId xmlns:a16="http://schemas.microsoft.com/office/drawing/2014/main" id="{DCFD1FA7-C4E8-DE5C-3B9D-DCD115B6C327}"/>
              </a:ext>
              <a:ext uri="{C183D7F6-B498-43B3-948B-1728B52AA6E4}">
                <adec:decorative xmlns:adec="http://schemas.microsoft.com/office/drawing/2017/decorative" val="1"/>
              </a:ext>
            </a:extLst>
          </p:cNvPr>
          <p:cNvGrpSpPr/>
          <p:nvPr/>
        </p:nvGrpSpPr>
        <p:grpSpPr>
          <a:xfrm>
            <a:off x="12068638" y="0"/>
            <a:ext cx="123362" cy="6858000"/>
            <a:chOff x="12068638" y="0"/>
            <a:chExt cx="123362" cy="6858000"/>
          </a:xfrm>
        </p:grpSpPr>
        <p:sp>
          <p:nvSpPr>
            <p:cNvPr id="12" name="Rectangle 11">
              <a:extLst>
                <a:ext uri="{FF2B5EF4-FFF2-40B4-BE49-F238E27FC236}">
                  <a16:creationId xmlns:a16="http://schemas.microsoft.com/office/drawing/2014/main" id="{4C133272-DC27-4D54-F532-D2039EAA5D95}"/>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9C8420D-B6AB-D6E7-38A4-FFF30B404590}"/>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608074432"/>
      </p:ext>
    </p:extLst>
  </p:cSld>
  <p:clrMapOvr>
    <a:masterClrMapping/>
  </p:clrMapOvr>
</p:sldLayout>
</file>

<file path=ppt/slideLayouts/slideLayout_80000028_ECB0168F.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165592" y="1008126"/>
            <a:ext cx="3401567" cy="1947672"/>
          </a:xfrm>
        </p:spPr>
        <p:txBody>
          <a:bodyPr anchor="b"/>
          <a:lstStyle/>
          <a:p>
            <a:r>
              <a:rPr lang="en-US"/>
              <a:t>Click to edit Master title style</a:t>
            </a:r>
          </a:p>
        </p:txBody>
      </p:sp>
      <p:sp>
        <p:nvSpPr>
          <p:cNvPr id="10" name="Picture Placeholder 9">
            <a:extLst>
              <a:ext uri="{FF2B5EF4-FFF2-40B4-BE49-F238E27FC236}">
                <a16:creationId xmlns:a16="http://schemas.microsoft.com/office/drawing/2014/main" id="{F93A3E8A-C3F5-3D0B-FDE4-68B52DFE7196}"/>
              </a:ext>
            </a:extLst>
          </p:cNvPr>
          <p:cNvSpPr>
            <a:spLocks noGrp="1"/>
          </p:cNvSpPr>
          <p:nvPr>
            <p:ph type="pic" sz="quarter" idx="15" hasCustomPrompt="1"/>
          </p:nvPr>
        </p:nvSpPr>
        <p:spPr>
          <a:xfrm>
            <a:off x="115866" y="0"/>
            <a:ext cx="7397496" cy="6858000"/>
          </a:xfrm>
          <a:blipFill dpi="0" rotWithShape="1">
            <a:blip r:embed="rId2">
              <a:alphaModFix amt="70000"/>
            </a:blip>
            <a:srcRect/>
            <a:stretch>
              <a:fillRect/>
            </a:stretch>
          </a:blipFill>
        </p:spPr>
        <p:txBody>
          <a:bodyPr/>
          <a:lstStyle>
            <a:lvl1pPr marL="0" indent="0">
              <a:buNone/>
              <a:defRPr/>
            </a:lvl1pPr>
          </a:lstStyle>
          <a:p>
            <a:r>
              <a:rPr lang="en-US"/>
              <a:t> </a:t>
            </a:r>
          </a:p>
        </p:txBody>
      </p:sp>
      <p:grpSp>
        <p:nvGrpSpPr>
          <p:cNvPr id="11" name="Group 10">
            <a:extLst>
              <a:ext uri="{FF2B5EF4-FFF2-40B4-BE49-F238E27FC236}">
                <a16:creationId xmlns:a16="http://schemas.microsoft.com/office/drawing/2014/main" id="{E02754B6-EAB4-945C-FC4E-F8F7D453BCCD}"/>
              </a:ext>
              <a:ext uri="{C183D7F6-B498-43B3-948B-1728B52AA6E4}">
                <adec:decorative xmlns:adec="http://schemas.microsoft.com/office/drawing/2017/decorative" val="1"/>
              </a:ext>
            </a:extLst>
          </p:cNvPr>
          <p:cNvGrpSpPr/>
          <p:nvPr/>
        </p:nvGrpSpPr>
        <p:grpSpPr>
          <a:xfrm>
            <a:off x="0" y="0"/>
            <a:ext cx="123362" cy="6858000"/>
            <a:chOff x="12068638" y="0"/>
            <a:chExt cx="123362" cy="6858000"/>
          </a:xfrm>
        </p:grpSpPr>
        <p:sp>
          <p:nvSpPr>
            <p:cNvPr id="12" name="Rectangle 11">
              <a:extLst>
                <a:ext uri="{FF2B5EF4-FFF2-40B4-BE49-F238E27FC236}">
                  <a16:creationId xmlns:a16="http://schemas.microsoft.com/office/drawing/2014/main" id="{A699CF6F-40DA-4FCF-FBCF-9907CB96FB76}"/>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47C8A1CA-3094-3344-5C05-30F5E18CD021}"/>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165592" y="3099816"/>
            <a:ext cx="3401567" cy="3054096"/>
          </a:xfrm>
        </p:spPr>
        <p:txBody>
          <a:bodyPr>
            <a:normAutofit/>
          </a:bodyPr>
          <a:lstStyle>
            <a:lvl1pPr marL="0" indent="0">
              <a:buNone/>
              <a:defRPr sz="16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8D8C8E1E-13A9-668C-1F5C-BC271E6A05CF}"/>
              </a:ext>
            </a:extLst>
          </p:cNvPr>
          <p:cNvSpPr>
            <a:spLocks noGrp="1"/>
          </p:cNvSpPr>
          <p:nvPr>
            <p:ph type="ftr" sz="quarter" idx="17"/>
          </p:nvPr>
        </p:nvSpPr>
        <p:spPr>
          <a:xfrm>
            <a:off x="8165592" y="6318504"/>
            <a:ext cx="2331720" cy="365760"/>
          </a:xfrm>
        </p:spPr>
        <p:txBody>
          <a:bodyPr/>
          <a:lstStyle/>
          <a:p>
            <a:endParaRPr lang="en-US"/>
          </a:p>
        </p:txBody>
      </p:sp>
      <p:sp>
        <p:nvSpPr>
          <p:cNvPr id="3" name="Date Placeholder 2">
            <a:extLst>
              <a:ext uri="{FF2B5EF4-FFF2-40B4-BE49-F238E27FC236}">
                <a16:creationId xmlns:a16="http://schemas.microsoft.com/office/drawing/2014/main" id="{99BE2343-B677-7565-070B-CEED0B0D5463}"/>
              </a:ext>
            </a:extLst>
          </p:cNvPr>
          <p:cNvSpPr>
            <a:spLocks noGrp="1"/>
          </p:cNvSpPr>
          <p:nvPr>
            <p:ph type="dt" sz="half" idx="16"/>
          </p:nvPr>
        </p:nvSpPr>
        <p:spPr>
          <a:xfrm>
            <a:off x="10497312" y="6318504"/>
            <a:ext cx="1069847" cy="365760"/>
          </a:xfrm>
        </p:spPr>
        <p:txBody>
          <a:bodyPr/>
          <a:lstStyle/>
          <a:p>
            <a:fld id="{3AEEF7F6-ECFE-4473-B3E9-C91BE833927A}" type="datetimeFigureOut">
              <a:rPr lang="en-US" smtClean="0"/>
              <a:t/>
            </a:fld>
            <a:endParaRPr lang="en-US"/>
          </a:p>
        </p:txBody>
      </p:sp>
      <p:sp>
        <p:nvSpPr>
          <p:cNvPr id="9" name="Slide Number Placeholder 8">
            <a:extLst>
              <a:ext uri="{FF2B5EF4-FFF2-40B4-BE49-F238E27FC236}">
                <a16:creationId xmlns:a16="http://schemas.microsoft.com/office/drawing/2014/main" id="{394BC881-6669-50F2-64F2-57BD81A93BCE}"/>
              </a:ext>
            </a:extLst>
          </p:cNvPr>
          <p:cNvSpPr>
            <a:spLocks noGrp="1"/>
          </p:cNvSpPr>
          <p:nvPr>
            <p:ph type="sldNum" sz="quarter" idx="18"/>
          </p:nvPr>
        </p:nvSpPr>
        <p:spPr/>
        <p:txBody>
          <a:bodyPr/>
          <a:lstStyle/>
          <a:p>
            <a:fld id="{5DAD859A-2C66-45B9-9A71-3CF205EC2D4A}" type="slidenum">
              <a:rPr lang="en-US" smtClean="0"/>
              <a:t/>
            </a:fld>
            <a:endParaRPr lang="en-US"/>
          </a:p>
        </p:txBody>
      </p:sp>
    </p:spTree>
    <p:extLst>
      <p:ext uri="{BB962C8B-B14F-4D97-AF65-F5344CB8AC3E}">
        <p14:creationId xmlns:p14="http://schemas.microsoft.com/office/powerpoint/2010/main" val="3970963087"/>
      </p:ext>
    </p:extLst>
  </p:cSld>
  <p:clrMapOvr>
    <a:masterClrMapping/>
  </p:clrMapOvr>
</p:sldLayout>
</file>

<file path=ppt/slideLayouts/slideLayout_80000029_73E606BC.xml><?xml version="1.0" encoding="utf-8"?>
<p:sldLayout xmlns:a="http://schemas.openxmlformats.org/drawingml/2006/main" xmlns:r="http://schemas.openxmlformats.org/officeDocument/2006/relationships" xmlns:p="http://schemas.openxmlformats.org/presentationml/2006/main" preserve="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4956312"/>
            <a:ext cx="3647839" cy="1420235"/>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4" name="Picture Placeholder 3">
            <a:extLst>
              <a:ext uri="{FF2B5EF4-FFF2-40B4-BE49-F238E27FC236}">
                <a16:creationId xmlns:a16="http://schemas.microsoft.com/office/drawing/2014/main" id="{1C17E7B2-E2F9-D41D-D140-E89E0C3F5B96}"/>
              </a:ext>
            </a:extLst>
          </p:cNvPr>
          <p:cNvSpPr>
            <a:spLocks noGrp="1"/>
          </p:cNvSpPr>
          <p:nvPr>
            <p:ph type="pic" sz="quarter" idx="16" hasCustomPrompt="1"/>
          </p:nvPr>
        </p:nvSpPr>
        <p:spPr>
          <a:xfrm>
            <a:off x="0" y="1"/>
            <a:ext cx="12192000" cy="4591025"/>
          </a:xfrm>
          <a:blipFill dpi="0" rotWithShape="1">
            <a:blip r:embed="rId2">
              <a:alphaModFix amt="70000"/>
            </a:blip>
            <a:srcRect/>
            <a:stretch>
              <a:fillRect/>
            </a:stretch>
          </a:blipFill>
        </p:spPr>
        <p:txBody>
          <a:bodyPr/>
          <a:lstStyle>
            <a:lvl1pPr marL="0" indent="0">
              <a:buNone/>
              <a:defRPr/>
            </a:lvl1pPr>
          </a:lstStyle>
          <a:p>
            <a:r>
              <a:rPr lang="en-US"/>
              <a:t> </a:t>
            </a:r>
          </a:p>
        </p:txBody>
      </p:sp>
      <p:grpSp>
        <p:nvGrpSpPr>
          <p:cNvPr id="9" name="Group 8">
            <a:extLst>
              <a:ext uri="{FF2B5EF4-FFF2-40B4-BE49-F238E27FC236}">
                <a16:creationId xmlns:a16="http://schemas.microsoft.com/office/drawing/2014/main" id="{7A6CD91D-B3A8-3626-F189-B9F77A315DD9}"/>
              </a:ext>
              <a:ext uri="{C183D7F6-B498-43B3-948B-1728B52AA6E4}">
                <adec:decorative xmlns:adec="http://schemas.microsoft.com/office/drawing/2017/decorative" val="1"/>
              </a:ext>
            </a:extLst>
          </p:cNvPr>
          <p:cNvGrpSpPr/>
          <p:nvPr/>
        </p:nvGrpSpPr>
        <p:grpSpPr>
          <a:xfrm rot="10800000">
            <a:off x="0" y="4591027"/>
            <a:ext cx="12198096" cy="123363"/>
            <a:chOff x="-5025" y="6737718"/>
            <a:chExt cx="12207200" cy="123363"/>
          </a:xfrm>
        </p:grpSpPr>
        <p:sp>
          <p:nvSpPr>
            <p:cNvPr id="10" name="Rectangle 9">
              <a:extLst>
                <a:ext uri="{FF2B5EF4-FFF2-40B4-BE49-F238E27FC236}">
                  <a16:creationId xmlns:a16="http://schemas.microsoft.com/office/drawing/2014/main" id="{6869147E-E51A-3B94-6CD8-EE629F879704}"/>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7DCD771F-7FFC-BCEC-B388-8883BD9CBC61}"/>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257800" y="4956312"/>
            <a:ext cx="6309360" cy="1420235"/>
          </a:xfrm>
        </p:spPr>
        <p:txBody>
          <a:bodyPr>
            <a:norm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3AEEF7F6-ECFE-4473-B3E9-C91BE833927A}" type="datetimeFigureOut">
              <a:rPr lang="en-US" smtClean="0"/>
              <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5DAD859A-2C66-45B9-9A71-3CF205EC2D4A}" type="slidenum">
              <a:rPr lang="en-US" smtClean="0"/>
              <a:t/>
            </a:fld>
            <a:endParaRPr lang="en-US"/>
          </a:p>
        </p:txBody>
      </p:sp>
    </p:spTree>
    <p:extLst>
      <p:ext uri="{BB962C8B-B14F-4D97-AF65-F5344CB8AC3E}">
        <p14:creationId xmlns:p14="http://schemas.microsoft.com/office/powerpoint/2010/main" val="1944454844"/>
      </p:ext>
    </p:extLst>
  </p:cSld>
  <p:clrMapOvr>
    <a:masterClrMapping/>
  </p:clrMapOvr>
</p:sldLayout>
</file>

<file path=ppt/slideLayouts/slideLayout_80000030_36ECC9D7.xml><?xml version="1.0" encoding="utf-8"?>
<p:sldLayout xmlns:a="http://schemas.openxmlformats.org/drawingml/2006/main" xmlns:r="http://schemas.openxmlformats.org/officeDocument/2006/relationships" xmlns:p="http://schemas.openxmlformats.org/presentationml/2006/main" preserve="1">
  <p:cSld name="Number Larg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3BB35F-4BB0-2BB5-FD14-127AFB001957}"/>
              </a:ext>
            </a:extLst>
          </p:cNvPr>
          <p:cNvSpPr>
            <a:spLocks noGrp="1"/>
          </p:cNvSpPr>
          <p:nvPr>
            <p:ph type="title"/>
          </p:nvPr>
        </p:nvSpPr>
        <p:spPr>
          <a:xfrm>
            <a:off x="612648" y="4983480"/>
            <a:ext cx="6281928" cy="1353312"/>
          </a:xfrm>
        </p:spPr>
        <p:txBody>
          <a:bodyPr vert="horz" lIns="91440" tIns="45720" rIns="91440" bIns="45720" rtlCol="0" anchor="b">
            <a:normAutofit/>
          </a:bodyPr>
          <a:lstStyle>
            <a:lvl1pPr>
              <a:lnSpc>
                <a:spcPct val="120000"/>
              </a:lnSpc>
              <a:defRPr lang="en-US" sz="2800" dirty="0"/>
            </a:lvl1pPr>
          </a:lstStyle>
          <a:p>
            <a:pPr lvl="0"/>
            <a:r>
              <a:rPr lang="en-US"/>
              <a:t>Click to edit Master title style</a:t>
            </a:r>
          </a:p>
        </p:txBody>
      </p:sp>
      <p:sp>
        <p:nvSpPr>
          <p:cNvPr id="7" name="Content Placeholder 6">
            <a:extLst>
              <a:ext uri="{FF2B5EF4-FFF2-40B4-BE49-F238E27FC236}">
                <a16:creationId xmlns:a16="http://schemas.microsoft.com/office/drawing/2014/main" id="{887C9CAD-F25A-225B-E7BA-4503FD713A44}"/>
              </a:ext>
            </a:extLst>
          </p:cNvPr>
          <p:cNvSpPr>
            <a:spLocks noGrp="1"/>
          </p:cNvSpPr>
          <p:nvPr>
            <p:ph sz="quarter" idx="13" hasCustomPrompt="1"/>
          </p:nvPr>
        </p:nvSpPr>
        <p:spPr>
          <a:xfrm>
            <a:off x="457200" y="182880"/>
            <a:ext cx="11247120" cy="4974336"/>
          </a:xfrm>
        </p:spPr>
        <p:txBody>
          <a:bodyPr vert="horz" lIns="91440" tIns="45720" rIns="91440" bIns="45720" rtlCol="0">
            <a:normAutofit/>
          </a:bodyPr>
          <a:lstStyle>
            <a:lvl1pPr marL="0" indent="0">
              <a:lnSpc>
                <a:spcPct val="90000"/>
              </a:lnSpc>
              <a:buNone/>
              <a:defRPr lang="en-US" sz="32500" b="1" dirty="0">
                <a:gradFill>
                  <a:gsLst>
                    <a:gs pos="0">
                      <a:schemeClr val="accent2"/>
                    </a:gs>
                    <a:gs pos="100000">
                      <a:schemeClr val="accent5"/>
                    </a:gs>
                  </a:gsLst>
                  <a:lin ang="4200000" scaled="0"/>
                </a:gradFill>
              </a:defRPr>
            </a:lvl1pPr>
          </a:lstStyle>
          <a:p>
            <a:pPr lvl="0"/>
            <a:r>
              <a:rPr lang="en-US"/>
              <a:t>##%</a:t>
            </a:r>
          </a:p>
        </p:txBody>
      </p:sp>
      <p:sp>
        <p:nvSpPr>
          <p:cNvPr id="14" name="Footer Placeholder 13">
            <a:extLst>
              <a:ext uri="{FF2B5EF4-FFF2-40B4-BE49-F238E27FC236}">
                <a16:creationId xmlns:a16="http://schemas.microsoft.com/office/drawing/2014/main" id="{06AFD340-D045-A82B-779A-CCE82B04A257}"/>
              </a:ext>
            </a:extLst>
          </p:cNvPr>
          <p:cNvSpPr>
            <a:spLocks noGrp="1"/>
          </p:cNvSpPr>
          <p:nvPr>
            <p:ph type="ftr" sz="quarter" idx="15"/>
          </p:nvPr>
        </p:nvSpPr>
        <p:spPr/>
        <p:txBody>
          <a:bodyPr/>
          <a:lstStyle/>
          <a:p>
            <a:endParaRPr lang="en-US"/>
          </a:p>
        </p:txBody>
      </p:sp>
      <p:sp>
        <p:nvSpPr>
          <p:cNvPr id="6" name="Date Placeholder 5">
            <a:extLst>
              <a:ext uri="{FF2B5EF4-FFF2-40B4-BE49-F238E27FC236}">
                <a16:creationId xmlns:a16="http://schemas.microsoft.com/office/drawing/2014/main" id="{418D0173-56FC-C02C-32BA-73DB1BA380C4}"/>
              </a:ext>
            </a:extLst>
          </p:cNvPr>
          <p:cNvSpPr>
            <a:spLocks noGrp="1"/>
          </p:cNvSpPr>
          <p:nvPr>
            <p:ph type="dt" sz="half" idx="14"/>
          </p:nvPr>
        </p:nvSpPr>
        <p:spPr/>
        <p:txBody>
          <a:bodyPr/>
          <a:lstStyle/>
          <a:p>
            <a:fld id="{3AEEF7F6-ECFE-4473-B3E9-C91BE833927A}" type="datetimeFigureOut">
              <a:rPr lang="en-US" smtClean="0"/>
              <a:t/>
            </a:fld>
            <a:endParaRPr lang="en-US"/>
          </a:p>
        </p:txBody>
      </p:sp>
      <p:sp>
        <p:nvSpPr>
          <p:cNvPr id="15" name="Slide Number Placeholder 14">
            <a:extLst>
              <a:ext uri="{FF2B5EF4-FFF2-40B4-BE49-F238E27FC236}">
                <a16:creationId xmlns:a16="http://schemas.microsoft.com/office/drawing/2014/main" id="{1B246833-56EB-2252-BAD6-8D369F554831}"/>
              </a:ext>
            </a:extLst>
          </p:cNvPr>
          <p:cNvSpPr>
            <a:spLocks noGrp="1"/>
          </p:cNvSpPr>
          <p:nvPr>
            <p:ph type="sldNum" sz="quarter" idx="16"/>
          </p:nvPr>
        </p:nvSpPr>
        <p:spPr/>
        <p:txBody>
          <a:bodyPr/>
          <a:lstStyle/>
          <a:p>
            <a:fld id="{5DAD859A-2C66-45B9-9A71-3CF205EC2D4A}" type="slidenum">
              <a:rPr lang="en-US" smtClean="0"/>
              <a:t/>
            </a:fld>
            <a:endParaRPr lang="en-US"/>
          </a:p>
        </p:txBody>
      </p:sp>
    </p:spTree>
    <p:extLst>
      <p:ext uri="{BB962C8B-B14F-4D97-AF65-F5344CB8AC3E}">
        <p14:creationId xmlns:p14="http://schemas.microsoft.com/office/powerpoint/2010/main" val="921487831"/>
      </p:ext>
    </p:extLst>
  </p:cSld>
  <p:clrMapOvr>
    <a:masterClrMapping/>
  </p:clrMapOvr>
</p:sldLayout>
</file>

<file path=ppt/slideLayouts/slideLayout_80000031_971C514B.xml><?xml version="1.0" encoding="utf-8"?>
<p:sldLayout xmlns:a="http://schemas.openxmlformats.org/drawingml/2006/main" xmlns:r="http://schemas.openxmlformats.org/officeDocument/2006/relationships" xmlns:p="http://schemas.openxmlformats.org/presentationml/2006/main">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630936"/>
            <a:ext cx="8266176" cy="5605272"/>
          </a:xfrm>
        </p:spPr>
        <p:txBody>
          <a:bodyPr anchor="ctr">
            <a:normAutofit/>
          </a:bodyPr>
          <a:lstStyle>
            <a:lvl1pPr marL="0" indent="0">
              <a:lnSpc>
                <a:spcPct val="100000"/>
              </a:lnSpc>
              <a:buNone/>
              <a:defRPr sz="5400" b="1">
                <a:gradFill>
                  <a:gsLst>
                    <a:gs pos="0">
                      <a:schemeClr val="accent2"/>
                    </a:gs>
                    <a:gs pos="100000">
                      <a:schemeClr val="accent5"/>
                    </a:gs>
                  </a:gsLst>
                  <a:lin ang="0" scaled="0"/>
                </a:gradFill>
              </a:defRPr>
            </a:lvl1pPr>
            <a:lvl2pPr marL="228600" indent="0">
              <a:lnSpc>
                <a:spcPct val="100000"/>
              </a:lnSpc>
              <a:buNone/>
              <a:defRPr sz="4800" b="1">
                <a:gradFill>
                  <a:gsLst>
                    <a:gs pos="0">
                      <a:schemeClr val="accent2"/>
                    </a:gs>
                    <a:gs pos="100000">
                      <a:schemeClr val="accent5"/>
                    </a:gs>
                  </a:gsLst>
                  <a:lin ang="0" scaled="0"/>
                </a:gradFill>
              </a:defRPr>
            </a:lvl2pPr>
            <a:lvl3pPr marL="457200" indent="0">
              <a:lnSpc>
                <a:spcPct val="100000"/>
              </a:lnSpc>
              <a:buNone/>
              <a:defRPr sz="4400" b="1">
                <a:gradFill>
                  <a:gsLst>
                    <a:gs pos="0">
                      <a:schemeClr val="accent2"/>
                    </a:gs>
                    <a:gs pos="100000">
                      <a:schemeClr val="accent5"/>
                    </a:gs>
                  </a:gsLst>
                  <a:lin ang="0" scaled="0"/>
                </a:gradFill>
              </a:defRPr>
            </a:lvl3pPr>
            <a:lvl4pPr marL="685800" indent="0">
              <a:lnSpc>
                <a:spcPct val="100000"/>
              </a:lnSpc>
              <a:buNone/>
              <a:defRPr sz="4000" b="1">
                <a:gradFill>
                  <a:gsLst>
                    <a:gs pos="0">
                      <a:schemeClr val="accent2"/>
                    </a:gs>
                    <a:gs pos="100000">
                      <a:schemeClr val="accent5"/>
                    </a:gs>
                  </a:gsLst>
                  <a:lin ang="0" scaled="0"/>
                </a:gradFill>
              </a:defRPr>
            </a:lvl4pPr>
            <a:lvl5pPr marL="914400" indent="0">
              <a:lnSpc>
                <a:spcPct val="100000"/>
              </a:lnSpc>
              <a:buNone/>
              <a:defRPr sz="3600" b="1">
                <a:gradFill>
                  <a:gsLst>
                    <a:gs pos="0">
                      <a:schemeClr val="accent2"/>
                    </a:gs>
                    <a:gs pos="100000">
                      <a:schemeClr val="accent5"/>
                    </a:gs>
                  </a:gsLst>
                  <a:lin ang="0" scaled="0"/>
                </a:gradFill>
              </a:defRPr>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8" name="Footer Placeholder 7">
            <a:extLst>
              <a:ext uri="{FF2B5EF4-FFF2-40B4-BE49-F238E27FC236}">
                <a16:creationId xmlns:a16="http://schemas.microsoft.com/office/drawing/2014/main" id="{E0E9E314-CB58-F3CE-7C32-D6103621A2D5}"/>
              </a:ext>
            </a:extLst>
          </p:cNvPr>
          <p:cNvSpPr>
            <a:spLocks noGrp="1"/>
          </p:cNvSpPr>
          <p:nvPr>
            <p:ph type="ftr" sz="quarter" idx="15"/>
          </p:nvPr>
        </p:nvSpPr>
        <p:spPr/>
        <p:txBody>
          <a:bodyPr/>
          <a:lstStyle/>
          <a:p>
            <a:endParaRPr lang="en-US"/>
          </a:p>
        </p:txBody>
      </p:sp>
      <p:sp>
        <p:nvSpPr>
          <p:cNvPr id="6" name="Date Placeholder 5">
            <a:extLst>
              <a:ext uri="{FF2B5EF4-FFF2-40B4-BE49-F238E27FC236}">
                <a16:creationId xmlns:a16="http://schemas.microsoft.com/office/drawing/2014/main" id="{E9E12D21-0607-5120-F81C-6E1DA0652CFB}"/>
              </a:ext>
            </a:extLst>
          </p:cNvPr>
          <p:cNvSpPr>
            <a:spLocks noGrp="1"/>
          </p:cNvSpPr>
          <p:nvPr>
            <p:ph type="dt" sz="half" idx="14"/>
          </p:nvPr>
        </p:nvSpPr>
        <p:spPr/>
        <p:txBody>
          <a:bodyPr/>
          <a:lstStyle/>
          <a:p>
            <a:fld id="{3AEEF7F6-ECFE-4473-B3E9-C91BE833927A}" type="datetimeFigureOut">
              <a:rPr lang="en-US" smtClean="0"/>
              <a:t/>
            </a:fld>
            <a:endParaRPr lang="en-US"/>
          </a:p>
        </p:txBody>
      </p:sp>
      <p:sp>
        <p:nvSpPr>
          <p:cNvPr id="9" name="Slide Number Placeholder 8">
            <a:extLst>
              <a:ext uri="{FF2B5EF4-FFF2-40B4-BE49-F238E27FC236}">
                <a16:creationId xmlns:a16="http://schemas.microsoft.com/office/drawing/2014/main" id="{20A1B35F-4D88-6EA9-8D55-4133CD961AF1}"/>
              </a:ext>
            </a:extLst>
          </p:cNvPr>
          <p:cNvSpPr>
            <a:spLocks noGrp="1"/>
          </p:cNvSpPr>
          <p:nvPr>
            <p:ph type="sldNum" sz="quarter" idx="16"/>
          </p:nvPr>
        </p:nvSpPr>
        <p:spPr/>
        <p:txBody>
          <a:bodyPr/>
          <a:lstStyle/>
          <a:p>
            <a:fld id="{5DAD859A-2C66-45B9-9A71-3CF205EC2D4A}" type="slidenum">
              <a:rPr lang="en-US" smtClean="0"/>
              <a:t/>
            </a:fld>
            <a:endParaRPr lang="en-US"/>
          </a:p>
        </p:txBody>
      </p:sp>
    </p:spTree>
    <p:extLst>
      <p:ext uri="{BB962C8B-B14F-4D97-AF65-F5344CB8AC3E}">
        <p14:creationId xmlns:p14="http://schemas.microsoft.com/office/powerpoint/2010/main" val="2535215435"/>
      </p:ext>
    </p:extLst>
  </p:cSld>
  <p:clrMapOvr>
    <a:masterClrMapping/>
  </p:clrMapOvr>
</p:sldLayout>
</file>

<file path=ppt/slideLayouts/slideLayout_80000032_948F729B.xml><?xml version="1.0" encoding="utf-8"?>
<p:sldLayout xmlns:a="http://schemas.openxmlformats.org/drawingml/2006/main" xmlns:r="http://schemas.openxmlformats.org/officeDocument/2006/relationships" xmlns:p="http://schemas.openxmlformats.org/presentationml/2006/main">
  <p:cSld name="Statement 2">
    <p:bg>
      <p:bgRef idx="1001">
        <a:schemeClr val="bg1"/>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91C0A04-3BC7-B88E-3974-2A73D0A107E7}"/>
              </a:ext>
            </a:extLst>
          </p:cNvPr>
          <p:cNvSpPr/>
          <p:nvPr/>
        </p:nvSpPr>
        <p:spPr>
          <a:xfrm>
            <a:off x="0" y="0"/>
            <a:ext cx="12188952"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a:extLst>
              <a:ext uri="{FF2B5EF4-FFF2-40B4-BE49-F238E27FC236}">
                <a16:creationId xmlns:a16="http://schemas.microsoft.com/office/drawing/2014/main" id="{B07991EE-474F-899B-8FEF-F82B3E5BDF10}"/>
              </a:ext>
            </a:extLst>
          </p:cNvPr>
          <p:cNvGrpSpPr/>
          <p:nvPr/>
        </p:nvGrpSpPr>
        <p:grpSpPr>
          <a:xfrm>
            <a:off x="-7285" y="-6922"/>
            <a:ext cx="12199285" cy="6869101"/>
            <a:chOff x="-22275" y="-6922"/>
            <a:chExt cx="12214275" cy="6869101"/>
          </a:xfrm>
        </p:grpSpPr>
        <p:sp>
          <p:nvSpPr>
            <p:cNvPr id="8" name="Rectangle 7">
              <a:extLst>
                <a:ext uri="{FF2B5EF4-FFF2-40B4-BE49-F238E27FC236}">
                  <a16:creationId xmlns:a16="http://schemas.microsoft.com/office/drawing/2014/main" id="{19D5B255-8277-F118-03CD-8BAE19E8D68B}"/>
                </a:ext>
              </a:extLst>
            </p:cNvPr>
            <p:cNvSpPr/>
            <p:nvPr/>
          </p:nvSpPr>
          <p:spPr>
            <a:xfrm rot="5400000">
              <a:off x="2655863" y="-2678137"/>
              <a:ext cx="6857999" cy="12214275"/>
            </a:xfrm>
            <a:prstGeom prst="rect">
              <a:avLst/>
            </a:prstGeom>
            <a:gradFill>
              <a:gsLst>
                <a:gs pos="0">
                  <a:schemeClr val="accent2"/>
                </a:gs>
                <a:gs pos="93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Light"/>
                <a:ea typeface="+mn-ea"/>
                <a:cs typeface="+mn-cs"/>
              </a:endParaRPr>
            </a:p>
          </p:txBody>
        </p:sp>
        <p:sp>
          <p:nvSpPr>
            <p:cNvPr id="9" name="Rectangle 8">
              <a:extLst>
                <a:ext uri="{FF2B5EF4-FFF2-40B4-BE49-F238E27FC236}">
                  <a16:creationId xmlns:a16="http://schemas.microsoft.com/office/drawing/2014/main" id="{2E8FF695-246F-077D-F2C8-36B38501750D}"/>
                </a:ext>
              </a:extLst>
            </p:cNvPr>
            <p:cNvSpPr/>
            <p:nvPr/>
          </p:nvSpPr>
          <p:spPr>
            <a:xfrm rot="16200000">
              <a:off x="3197276" y="-2132545"/>
              <a:ext cx="6850175" cy="11139273"/>
            </a:xfrm>
            <a:prstGeom prst="rect">
              <a:avLst/>
            </a:prstGeom>
            <a:gradFill flip="none" rotWithShape="1">
              <a:gsLst>
                <a:gs pos="0">
                  <a:schemeClr val="accent5">
                    <a:lumMod val="75000"/>
                  </a:schemeClr>
                </a:gs>
                <a:gs pos="32000">
                  <a:schemeClr val="accent5">
                    <a:alpha val="0"/>
                  </a:schemeClr>
                </a:gs>
              </a:gsLst>
              <a:lin ang="19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Light"/>
                <a:ea typeface="+mn-ea"/>
                <a:cs typeface="+mn-cs"/>
              </a:endParaRPr>
            </a:p>
          </p:txBody>
        </p:sp>
        <p:sp>
          <p:nvSpPr>
            <p:cNvPr id="10" name="Rectangle 9">
              <a:extLst>
                <a:ext uri="{FF2B5EF4-FFF2-40B4-BE49-F238E27FC236}">
                  <a16:creationId xmlns:a16="http://schemas.microsoft.com/office/drawing/2014/main" id="{1DB72F2E-896E-2C27-7B7B-07C3BA02B78E}"/>
                </a:ext>
              </a:extLst>
            </p:cNvPr>
            <p:cNvSpPr/>
            <p:nvPr/>
          </p:nvSpPr>
          <p:spPr>
            <a:xfrm flipH="1">
              <a:off x="-14981" y="-6922"/>
              <a:ext cx="3836566" cy="6852919"/>
            </a:xfrm>
            <a:prstGeom prst="rect">
              <a:avLst/>
            </a:prstGeom>
            <a:gradFill>
              <a:gsLst>
                <a:gs pos="0">
                  <a:schemeClr val="accent5">
                    <a:lumMod val="75000"/>
                  </a:schemeClr>
                </a:gs>
                <a:gs pos="48000">
                  <a:schemeClr val="accent5">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Light"/>
                <a:ea typeface="+mn-ea"/>
                <a:cs typeface="+mn-cs"/>
              </a:endParaRPr>
            </a:p>
          </p:txBody>
        </p:sp>
        <p:sp>
          <p:nvSpPr>
            <p:cNvPr id="11" name="Rectangle 10">
              <a:extLst>
                <a:ext uri="{FF2B5EF4-FFF2-40B4-BE49-F238E27FC236}">
                  <a16:creationId xmlns:a16="http://schemas.microsoft.com/office/drawing/2014/main" id="{9522BC71-28C2-81D8-FB44-31BC493BBF50}"/>
                </a:ext>
                <a:ext uri="{C183D7F6-B498-43B3-948B-1728B52AA6E4}">
                  <adec:decorative xmlns:adec="http://schemas.microsoft.com/office/drawing/2017/decorative" val="1"/>
                </a:ext>
              </a:extLst>
            </p:cNvPr>
            <p:cNvSpPr/>
            <p:nvPr/>
          </p:nvSpPr>
          <p:spPr>
            <a:xfrm rot="5400000">
              <a:off x="6189691" y="-743112"/>
              <a:ext cx="5263375" cy="6741243"/>
            </a:xfrm>
            <a:prstGeom prst="rect">
              <a:avLst/>
            </a:prstGeom>
            <a:gradFill flip="none" rotWithShape="1">
              <a:gsLst>
                <a:gs pos="2000">
                  <a:schemeClr val="accent5">
                    <a:lumMod val="60000"/>
                    <a:lumOff val="40000"/>
                    <a:alpha val="68000"/>
                  </a:schemeClr>
                </a:gs>
                <a:gs pos="48000">
                  <a:schemeClr val="accent5">
                    <a:lumMod val="60000"/>
                    <a:lumOff val="40000"/>
                    <a:alpha val="0"/>
                  </a:schemeClr>
                </a:gs>
              </a:gsLst>
              <a:lin ang="18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Light"/>
                <a:ea typeface="+mn-ea"/>
                <a:cs typeface="+mn-cs"/>
              </a:endParaRPr>
            </a:p>
          </p:txBody>
        </p:sp>
      </p:grpSp>
      <p:grpSp>
        <p:nvGrpSpPr>
          <p:cNvPr id="16" name="Group 15">
            <a:extLst>
              <a:ext uri="{FF2B5EF4-FFF2-40B4-BE49-F238E27FC236}">
                <a16:creationId xmlns:a16="http://schemas.microsoft.com/office/drawing/2014/main" id="{83681088-8C72-D3AA-E951-F32AA4318F60}"/>
              </a:ext>
              <a:ext uri="{C183D7F6-B498-43B3-948B-1728B52AA6E4}">
                <adec:decorative xmlns:adec="http://schemas.microsoft.com/office/drawing/2017/decorative" val="1"/>
              </a:ext>
            </a:extLst>
          </p:cNvPr>
          <p:cNvGrpSpPr/>
          <p:nvPr/>
        </p:nvGrpSpPr>
        <p:grpSpPr>
          <a:xfrm rot="10800000">
            <a:off x="-8784" y="6739061"/>
            <a:ext cx="12207240" cy="137160"/>
            <a:chOff x="-5025" y="6737718"/>
            <a:chExt cx="12207200" cy="123363"/>
          </a:xfrm>
          <a:solidFill>
            <a:schemeClr val="tx1"/>
          </a:solidFill>
        </p:grpSpPr>
        <p:sp>
          <p:nvSpPr>
            <p:cNvPr id="17" name="Rectangle 16">
              <a:extLst>
                <a:ext uri="{FF2B5EF4-FFF2-40B4-BE49-F238E27FC236}">
                  <a16:creationId xmlns:a16="http://schemas.microsoft.com/office/drawing/2014/main" id="{923FCCF6-A9CE-8C06-A018-3526E4B210A6}"/>
                </a:ext>
              </a:extLst>
            </p:cNvPr>
            <p:cNvSpPr/>
            <p:nvPr/>
          </p:nvSpPr>
          <p:spPr>
            <a:xfrm rot="5400000" flipH="1">
              <a:off x="6036894" y="695800"/>
              <a:ext cx="123362" cy="1220719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4641A033-DCF1-2B2E-7479-E074B140FA8C}"/>
                </a:ext>
              </a:extLst>
            </p:cNvPr>
            <p:cNvSpPr/>
            <p:nvPr/>
          </p:nvSpPr>
          <p:spPr>
            <a:xfrm rot="16200000">
              <a:off x="9176406" y="3835311"/>
              <a:ext cx="123362" cy="592817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 name="Group 18">
            <a:extLst>
              <a:ext uri="{FF2B5EF4-FFF2-40B4-BE49-F238E27FC236}">
                <a16:creationId xmlns:a16="http://schemas.microsoft.com/office/drawing/2014/main" id="{83F83B6E-95ED-1D70-2F6E-8299525C04B0}"/>
              </a:ext>
              <a:ext uri="{C183D7F6-B498-43B3-948B-1728B52AA6E4}">
                <adec:decorative xmlns:adec="http://schemas.microsoft.com/office/drawing/2017/decorative" val="1"/>
              </a:ext>
            </a:extLst>
          </p:cNvPr>
          <p:cNvGrpSpPr/>
          <p:nvPr/>
        </p:nvGrpSpPr>
        <p:grpSpPr>
          <a:xfrm>
            <a:off x="12068636" y="0"/>
            <a:ext cx="137160" cy="6858000"/>
            <a:chOff x="12068638" y="0"/>
            <a:chExt cx="123362" cy="6858000"/>
          </a:xfrm>
          <a:solidFill>
            <a:schemeClr val="tx1"/>
          </a:solidFill>
        </p:grpSpPr>
        <p:sp>
          <p:nvSpPr>
            <p:cNvPr id="20" name="Rectangle 19">
              <a:extLst>
                <a:ext uri="{FF2B5EF4-FFF2-40B4-BE49-F238E27FC236}">
                  <a16:creationId xmlns:a16="http://schemas.microsoft.com/office/drawing/2014/main" id="{A1F59BE4-AC2E-2AB9-FE80-40CAF77CA798}"/>
                </a:ext>
              </a:extLst>
            </p:cNvPr>
            <p:cNvSpPr/>
            <p:nvPr/>
          </p:nvSpPr>
          <p:spPr>
            <a:xfrm>
              <a:off x="12068638" y="0"/>
              <a:ext cx="123362"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701C2DAC-E593-02EE-C7E4-01B9BAA443C6}"/>
                </a:ext>
              </a:extLst>
            </p:cNvPr>
            <p:cNvSpPr/>
            <p:nvPr/>
          </p:nvSpPr>
          <p:spPr>
            <a:xfrm>
              <a:off x="12068638" y="3527553"/>
              <a:ext cx="123362" cy="3330447"/>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solidFill>
                  <a:schemeClr val="tx1"/>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548640"/>
            <a:ext cx="7680960" cy="5605272"/>
          </a:xfrm>
        </p:spPr>
        <p:txBody>
          <a:bodyPr anchor="t">
            <a:normAutofit/>
          </a:bodyPr>
          <a:lstStyle>
            <a:lvl1pPr marL="0" indent="0">
              <a:lnSpc>
                <a:spcPct val="100000"/>
              </a:lnSpc>
              <a:buNone/>
              <a:defRPr sz="5600" b="1">
                <a:solidFill>
                  <a:schemeClr val="tx1"/>
                </a:solidFill>
              </a:defRPr>
            </a:lvl1pPr>
            <a:lvl2pPr marL="228600" indent="0">
              <a:lnSpc>
                <a:spcPct val="100000"/>
              </a:lnSpc>
              <a:buNone/>
              <a:defRPr sz="5600" b="1">
                <a:solidFill>
                  <a:schemeClr val="tx1"/>
                </a:solidFill>
              </a:defRPr>
            </a:lvl2pPr>
            <a:lvl3pPr marL="457200" indent="0">
              <a:lnSpc>
                <a:spcPct val="100000"/>
              </a:lnSpc>
              <a:buNone/>
              <a:defRPr sz="5600" b="1">
                <a:solidFill>
                  <a:schemeClr val="tx1"/>
                </a:solidFill>
              </a:defRPr>
            </a:lvl3pPr>
            <a:lvl4pPr marL="685800" indent="0">
              <a:lnSpc>
                <a:spcPct val="100000"/>
              </a:lnSpc>
              <a:buNone/>
              <a:defRPr sz="5600" b="1">
                <a:solidFill>
                  <a:schemeClr val="tx1"/>
                </a:solidFill>
              </a:defRPr>
            </a:lvl4pPr>
            <a:lvl5pPr marL="914400" indent="0">
              <a:lnSpc>
                <a:spcPct val="100000"/>
              </a:lnSpc>
              <a:buNone/>
              <a:defRPr sz="5600" b="1">
                <a:solidFill>
                  <a:schemeClr val="tx1"/>
                </a:solidFill>
              </a:defRPr>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14" name="Footer Placeholder 13">
            <a:extLst>
              <a:ext uri="{FF2B5EF4-FFF2-40B4-BE49-F238E27FC236}">
                <a16:creationId xmlns:a16="http://schemas.microsoft.com/office/drawing/2014/main" id="{132871A2-A450-61EB-7368-98B251F15495}"/>
              </a:ext>
            </a:extLst>
          </p:cNvPr>
          <p:cNvSpPr>
            <a:spLocks noGrp="1"/>
          </p:cNvSpPr>
          <p:nvPr>
            <p:ph type="ftr" sz="quarter" idx="15"/>
          </p:nvPr>
        </p:nvSpPr>
        <p:spPr/>
        <p:txBody>
          <a:bodyPr/>
          <a:lstStyle>
            <a:lvl1pPr>
              <a:defRPr>
                <a:solidFill>
                  <a:schemeClr val="tx1"/>
                </a:solidFill>
              </a:defRPr>
            </a:lvl1pPr>
          </a:lstStyle>
          <a:p>
            <a:endParaRPr lang="en-US"/>
          </a:p>
        </p:txBody>
      </p:sp>
      <p:sp>
        <p:nvSpPr>
          <p:cNvPr id="13" name="Date Placeholder 12">
            <a:extLst>
              <a:ext uri="{FF2B5EF4-FFF2-40B4-BE49-F238E27FC236}">
                <a16:creationId xmlns:a16="http://schemas.microsoft.com/office/drawing/2014/main" id="{7CA33720-A04E-18B6-251B-16C80085F295}"/>
              </a:ext>
            </a:extLst>
          </p:cNvPr>
          <p:cNvSpPr>
            <a:spLocks noGrp="1"/>
          </p:cNvSpPr>
          <p:nvPr>
            <p:ph type="dt" sz="half" idx="14"/>
          </p:nvPr>
        </p:nvSpPr>
        <p:spPr/>
        <p:txBody>
          <a:bodyPr/>
          <a:lstStyle>
            <a:lvl1pPr>
              <a:defRPr>
                <a:solidFill>
                  <a:schemeClr val="tx1"/>
                </a:solidFill>
              </a:defRPr>
            </a:lvl1pPr>
          </a:lstStyle>
          <a:p>
            <a:fld id="{3AEEF7F6-ECFE-4473-B3E9-C91BE833927A}" type="datetimeFigureOut">
              <a:rPr lang="en-US" smtClean="0"/>
              <a:t/>
            </a:fld>
            <a:endParaRPr lang="en-US"/>
          </a:p>
        </p:txBody>
      </p:sp>
      <p:sp>
        <p:nvSpPr>
          <p:cNvPr id="15" name="Slide Number Placeholder 14">
            <a:extLst>
              <a:ext uri="{FF2B5EF4-FFF2-40B4-BE49-F238E27FC236}">
                <a16:creationId xmlns:a16="http://schemas.microsoft.com/office/drawing/2014/main" id="{AC245A2E-4B49-CED7-ADDF-6624BCC88DDE}"/>
              </a:ext>
            </a:extLst>
          </p:cNvPr>
          <p:cNvSpPr>
            <a:spLocks noGrp="1"/>
          </p:cNvSpPr>
          <p:nvPr>
            <p:ph type="sldNum" sz="quarter" idx="16"/>
          </p:nvPr>
        </p:nvSpPr>
        <p:spPr/>
        <p:txBody>
          <a:bodyPr/>
          <a:lstStyle>
            <a:lvl1pPr>
              <a:defRPr>
                <a:solidFill>
                  <a:schemeClr val="tx1"/>
                </a:solidFill>
              </a:defRPr>
            </a:lvl1pPr>
          </a:lstStyle>
          <a:p>
            <a:fld id="{5DAD859A-2C66-45B9-9A71-3CF205EC2D4A}" type="slidenum">
              <a:rPr lang="en-US" smtClean="0"/>
              <a:t/>
            </a:fld>
            <a:endParaRPr lang="en-US"/>
          </a:p>
        </p:txBody>
      </p:sp>
    </p:spTree>
    <p:extLst>
      <p:ext uri="{BB962C8B-B14F-4D97-AF65-F5344CB8AC3E}">
        <p14:creationId xmlns:p14="http://schemas.microsoft.com/office/powerpoint/2010/main" val="2492428955"/>
      </p:ext>
    </p:extLst>
  </p:cSld>
  <p:clrMapOvr>
    <a:overrideClrMapping bg1="dk1" tx1="lt1" bg2="dk2" tx2="lt2" accent1="accent1" accent2="accent2" accent3="accent3" accent4="accent4" accent5="accent5" accent6="accent6" hlink="hlink" folHlink="folHlink"/>
  </p:clrMapOvr>
</p:sldLayout>
</file>

<file path=ppt/slideLayouts/slideLayout_80000033_CB28439.xml><?xml version="1.0" encoding="utf-8"?>
<p:sldLayout xmlns:a="http://schemas.openxmlformats.org/drawingml/2006/main" xmlns:r="http://schemas.openxmlformats.org/officeDocument/2006/relationships" xmlns:p="http://schemas.openxmlformats.org/presentationml/2006/main" preserve="1">
  <p:cSld name="Statement 3">
    <p:bg>
      <p:bgRef idx="1001">
        <a:schemeClr val="bg1"/>
      </p:bgRef>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6323AF82-B640-17D0-AC4B-55F4EDF5C4D1}"/>
              </a:ext>
              <a:ext uri="{C183D7F6-B498-43B3-948B-1728B52AA6E4}">
                <adec:decorative xmlns:adec="http://schemas.microsoft.com/office/drawing/2017/decorative" val="1"/>
              </a:ext>
            </a:extLst>
          </p:cNvPr>
          <p:cNvGrpSpPr/>
          <p:nvPr/>
        </p:nvGrpSpPr>
        <p:grpSpPr>
          <a:xfrm>
            <a:off x="0" y="0"/>
            <a:ext cx="123362" cy="6858000"/>
            <a:chOff x="12068638" y="0"/>
            <a:chExt cx="123362" cy="6858000"/>
          </a:xfrm>
        </p:grpSpPr>
        <p:sp>
          <p:nvSpPr>
            <p:cNvPr id="4" name="Rectangle 3">
              <a:extLst>
                <a:ext uri="{FF2B5EF4-FFF2-40B4-BE49-F238E27FC236}">
                  <a16:creationId xmlns:a16="http://schemas.microsoft.com/office/drawing/2014/main" id="{2DA5C8EA-7A6C-8AC0-78D1-F538329B41B8}"/>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FF2FAD3C-DB75-D855-489D-B09F992EA0E9}"/>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2" name="Group 21">
            <a:extLst>
              <a:ext uri="{FF2B5EF4-FFF2-40B4-BE49-F238E27FC236}">
                <a16:creationId xmlns:a16="http://schemas.microsoft.com/office/drawing/2014/main" id="{FB287CE5-00A5-FA1D-EB2D-E5CFD27420D3}"/>
              </a:ext>
              <a:ext uri="{C183D7F6-B498-43B3-948B-1728B52AA6E4}">
                <adec:decorative xmlns:adec="http://schemas.microsoft.com/office/drawing/2017/decorative" val="1"/>
              </a:ext>
            </a:extLst>
          </p:cNvPr>
          <p:cNvGrpSpPr/>
          <p:nvPr/>
        </p:nvGrpSpPr>
        <p:grpSpPr>
          <a:xfrm rot="10800000">
            <a:off x="12357" y="6746828"/>
            <a:ext cx="12188952" cy="123363"/>
            <a:chOff x="-5025" y="6737718"/>
            <a:chExt cx="12207200" cy="123363"/>
          </a:xfrm>
        </p:grpSpPr>
        <p:sp>
          <p:nvSpPr>
            <p:cNvPr id="23" name="Rectangle 22">
              <a:extLst>
                <a:ext uri="{FF2B5EF4-FFF2-40B4-BE49-F238E27FC236}">
                  <a16:creationId xmlns:a16="http://schemas.microsoft.com/office/drawing/2014/main" id="{12C43EBD-E088-A3CD-FCDE-E6ED8F87D148}"/>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AD88F00F-9D01-378E-377E-26B543D2FA77}"/>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882175" y="751366"/>
            <a:ext cx="8353433" cy="5402545"/>
          </a:xfrm>
        </p:spPr>
        <p:txBody>
          <a:bodyPr anchor="ctr">
            <a:normAutofit/>
          </a:bodyPr>
          <a:lstStyle>
            <a:lvl1pPr marL="0" indent="0">
              <a:lnSpc>
                <a:spcPct val="100000"/>
              </a:lnSpc>
              <a:buNone/>
              <a:defRPr sz="4800" b="1">
                <a:gradFill>
                  <a:gsLst>
                    <a:gs pos="0">
                      <a:schemeClr val="accent5"/>
                    </a:gs>
                    <a:gs pos="90000">
                      <a:schemeClr val="accent2"/>
                    </a:gs>
                  </a:gsLst>
                  <a:lin ang="9600000" scaled="0"/>
                </a:gradFill>
              </a:defRPr>
            </a:lvl1pPr>
            <a:lvl2pPr marL="228600" indent="0">
              <a:lnSpc>
                <a:spcPct val="100000"/>
              </a:lnSpc>
              <a:buNone/>
              <a:defRPr sz="4800" b="1">
                <a:gradFill>
                  <a:gsLst>
                    <a:gs pos="0">
                      <a:schemeClr val="accent5"/>
                    </a:gs>
                    <a:gs pos="90000">
                      <a:schemeClr val="accent2"/>
                    </a:gs>
                  </a:gsLst>
                  <a:lin ang="9600000" scaled="0"/>
                </a:gradFill>
              </a:defRPr>
            </a:lvl2pPr>
            <a:lvl3pPr marL="457200" indent="0">
              <a:lnSpc>
                <a:spcPct val="100000"/>
              </a:lnSpc>
              <a:buNone/>
              <a:defRPr sz="4800" b="1">
                <a:gradFill>
                  <a:gsLst>
                    <a:gs pos="0">
                      <a:schemeClr val="accent5"/>
                    </a:gs>
                    <a:gs pos="90000">
                      <a:schemeClr val="accent2"/>
                    </a:gs>
                  </a:gsLst>
                  <a:lin ang="9600000" scaled="0"/>
                </a:gradFill>
              </a:defRPr>
            </a:lvl3pPr>
            <a:lvl4pPr marL="685800" indent="0">
              <a:lnSpc>
                <a:spcPct val="100000"/>
              </a:lnSpc>
              <a:buNone/>
              <a:defRPr sz="4800" b="1">
                <a:gradFill>
                  <a:gsLst>
                    <a:gs pos="0">
                      <a:schemeClr val="accent5"/>
                    </a:gs>
                    <a:gs pos="90000">
                      <a:schemeClr val="accent2"/>
                    </a:gs>
                  </a:gsLst>
                  <a:lin ang="9600000" scaled="0"/>
                </a:gradFill>
              </a:defRPr>
            </a:lvl4pPr>
            <a:lvl5pPr marL="914400" indent="0">
              <a:lnSpc>
                <a:spcPct val="100000"/>
              </a:lnSpc>
              <a:buNone/>
              <a:defRPr sz="4800" b="1">
                <a:gradFill>
                  <a:gsLst>
                    <a:gs pos="0">
                      <a:schemeClr val="accent5"/>
                    </a:gs>
                    <a:gs pos="90000">
                      <a:schemeClr val="accent2"/>
                    </a:gs>
                  </a:gsLst>
                  <a:lin ang="9600000" scaled="0"/>
                </a:gradFill>
              </a:defRPr>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14" name="Footer Placeholder 13">
            <a:extLst>
              <a:ext uri="{FF2B5EF4-FFF2-40B4-BE49-F238E27FC236}">
                <a16:creationId xmlns:a16="http://schemas.microsoft.com/office/drawing/2014/main" id="{132871A2-A450-61EB-7368-98B251F15495}"/>
              </a:ext>
            </a:extLst>
          </p:cNvPr>
          <p:cNvSpPr>
            <a:spLocks noGrp="1"/>
          </p:cNvSpPr>
          <p:nvPr>
            <p:ph type="ftr" sz="quarter" idx="15"/>
          </p:nvPr>
        </p:nvSpPr>
        <p:spPr/>
        <p:txBody>
          <a:bodyPr/>
          <a:lstStyle/>
          <a:p>
            <a:endParaRPr lang="en-US"/>
          </a:p>
        </p:txBody>
      </p:sp>
      <p:sp>
        <p:nvSpPr>
          <p:cNvPr id="13" name="Date Placeholder 12">
            <a:extLst>
              <a:ext uri="{FF2B5EF4-FFF2-40B4-BE49-F238E27FC236}">
                <a16:creationId xmlns:a16="http://schemas.microsoft.com/office/drawing/2014/main" id="{7CA33720-A04E-18B6-251B-16C80085F295}"/>
              </a:ext>
            </a:extLst>
          </p:cNvPr>
          <p:cNvSpPr>
            <a:spLocks noGrp="1"/>
          </p:cNvSpPr>
          <p:nvPr>
            <p:ph type="dt" sz="half" idx="14"/>
          </p:nvPr>
        </p:nvSpPr>
        <p:spPr/>
        <p:txBody>
          <a:bodyPr/>
          <a:lstStyle/>
          <a:p>
            <a:fld id="{3AEEF7F6-ECFE-4473-B3E9-C91BE833927A}" type="datetimeFigureOut">
              <a:rPr lang="en-US" smtClean="0"/>
              <a:t/>
            </a:fld>
            <a:endParaRPr lang="en-US"/>
          </a:p>
        </p:txBody>
      </p:sp>
      <p:sp>
        <p:nvSpPr>
          <p:cNvPr id="15" name="Slide Number Placeholder 14">
            <a:extLst>
              <a:ext uri="{FF2B5EF4-FFF2-40B4-BE49-F238E27FC236}">
                <a16:creationId xmlns:a16="http://schemas.microsoft.com/office/drawing/2014/main" id="{AC245A2E-4B49-CED7-ADDF-6624BCC88DDE}"/>
              </a:ext>
            </a:extLst>
          </p:cNvPr>
          <p:cNvSpPr>
            <a:spLocks noGrp="1"/>
          </p:cNvSpPr>
          <p:nvPr>
            <p:ph type="sldNum" sz="quarter" idx="16"/>
          </p:nvPr>
        </p:nvSpPr>
        <p:spPr/>
        <p:txBody>
          <a:bodyPr/>
          <a:lstStyle/>
          <a:p>
            <a:fld id="{5DAD859A-2C66-45B9-9A71-3CF205EC2D4A}" type="slidenum">
              <a:rPr lang="en-US" smtClean="0"/>
              <a:t/>
            </a:fld>
            <a:endParaRPr lang="en-US"/>
          </a:p>
        </p:txBody>
      </p:sp>
    </p:spTree>
    <p:extLst>
      <p:ext uri="{BB962C8B-B14F-4D97-AF65-F5344CB8AC3E}">
        <p14:creationId xmlns:p14="http://schemas.microsoft.com/office/powerpoint/2010/main" val="213025849"/>
      </p:ext>
    </p:extLst>
  </p:cSld>
  <p:clrMapOvr>
    <a:overrideClrMapping bg1="lt1" tx1="dk1" bg2="lt2" tx2="dk2" accent1="accent1" accent2="accent2" accent3="accent3" accent4="accent4" accent5="accent5" accent6="accent6" hlink="hlink" folHlink="folHlink"/>
  </p:clrMapOvr>
</p:sldLayout>
</file>

<file path=ppt/slideLayouts/slideLayout_80000034_AE7B407B.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DF72D5-B6AC-3F01-D0B7-E4B24906CCFA}"/>
              </a:ext>
            </a:extLst>
          </p:cNvPr>
          <p:cNvSpPr>
            <a:spLocks noGrp="1"/>
          </p:cNvSpPr>
          <p:nvPr>
            <p:ph type="title" hasCustomPrompt="1"/>
          </p:nvPr>
        </p:nvSpPr>
        <p:spPr>
          <a:xfrm>
            <a:off x="1645920" y="5203004"/>
            <a:ext cx="9052560" cy="557784"/>
          </a:xfrm>
        </p:spPr>
        <p:txBody>
          <a:bodyPr anchor="ctr">
            <a:normAutofit/>
          </a:bodyPr>
          <a:lstStyle>
            <a:lvl1pPr>
              <a:lnSpc>
                <a:spcPct val="120000"/>
              </a:lnSpc>
              <a:defRPr sz="2400" b="1">
                <a:gradFill>
                  <a:gsLst>
                    <a:gs pos="0">
                      <a:schemeClr val="accent5"/>
                    </a:gs>
                    <a:gs pos="90000">
                      <a:schemeClr val="accent2"/>
                    </a:gs>
                  </a:gsLst>
                  <a:lin ang="9600000" scaled="0"/>
                </a:gradFill>
              </a:defRPr>
            </a:lvl1pPr>
          </a:lstStyle>
          <a:p>
            <a:r>
              <a:rPr lang="en-US"/>
              <a:t>Quote Author</a:t>
            </a:r>
          </a:p>
        </p:txBody>
      </p:sp>
      <p:sp>
        <p:nvSpPr>
          <p:cNvPr id="7" name="Content Placeholder 6">
            <a:extLst>
              <a:ext uri="{FF2B5EF4-FFF2-40B4-BE49-F238E27FC236}">
                <a16:creationId xmlns:a16="http://schemas.microsoft.com/office/drawing/2014/main" id="{20A93000-1238-849C-EADD-03910EE27D69}"/>
              </a:ext>
            </a:extLst>
          </p:cNvPr>
          <p:cNvSpPr>
            <a:spLocks noGrp="1"/>
          </p:cNvSpPr>
          <p:nvPr>
            <p:ph sz="quarter" idx="13" hasCustomPrompt="1"/>
          </p:nvPr>
        </p:nvSpPr>
        <p:spPr>
          <a:xfrm>
            <a:off x="1499616" y="1795462"/>
            <a:ext cx="9198864" cy="2871216"/>
          </a:xfrm>
        </p:spPr>
        <p:txBody>
          <a:bodyPr anchor="ctr">
            <a:normAutofit/>
          </a:bodyPr>
          <a:lstStyle>
            <a:lvl1pPr marL="137160" indent="-137160">
              <a:lnSpc>
                <a:spcPct val="100000"/>
              </a:lnSpc>
              <a:buNone/>
              <a:defRPr sz="4400"/>
            </a:lvl1pPr>
          </a:lstStyle>
          <a:p>
            <a:pPr lvl="0"/>
            <a:r>
              <a:rPr lang="en-US"/>
              <a:t>Click to edit Quote</a:t>
            </a:r>
          </a:p>
        </p:txBody>
      </p:sp>
      <p:sp>
        <p:nvSpPr>
          <p:cNvPr id="3" name="Footer Placeholder 2">
            <a:extLst>
              <a:ext uri="{FF2B5EF4-FFF2-40B4-BE49-F238E27FC236}">
                <a16:creationId xmlns:a16="http://schemas.microsoft.com/office/drawing/2014/main" id="{B26C0B63-D720-7E4B-EF47-C094EDA300AC}"/>
              </a:ext>
            </a:extLst>
          </p:cNvPr>
          <p:cNvSpPr>
            <a:spLocks noGrp="1"/>
          </p:cNvSpPr>
          <p:nvPr>
            <p:ph type="ftr" sz="quarter" idx="10"/>
          </p:nvPr>
        </p:nvSpPr>
        <p:spPr/>
        <p:txBody>
          <a:bodyPr/>
          <a:lstStyle/>
          <a:p>
            <a:endParaRPr lang="en-US"/>
          </a:p>
        </p:txBody>
      </p:sp>
      <p:sp>
        <p:nvSpPr>
          <p:cNvPr id="4" name="Date Placeholder 3">
            <a:extLst>
              <a:ext uri="{FF2B5EF4-FFF2-40B4-BE49-F238E27FC236}">
                <a16:creationId xmlns:a16="http://schemas.microsoft.com/office/drawing/2014/main" id="{B3091BBB-CF16-BAC6-4881-2B122B945B8A}"/>
              </a:ext>
            </a:extLst>
          </p:cNvPr>
          <p:cNvSpPr>
            <a:spLocks noGrp="1"/>
          </p:cNvSpPr>
          <p:nvPr>
            <p:ph type="dt" sz="half" idx="11"/>
          </p:nvPr>
        </p:nvSpPr>
        <p:spPr/>
        <p:txBody>
          <a:bodyPr/>
          <a:lstStyle/>
          <a:p>
            <a:fld id="{3AEEF7F6-ECFE-4473-B3E9-C91BE833927A}" type="datetimeFigureOut">
              <a:rPr lang="en-US" smtClean="0"/>
              <a:t/>
            </a:fld>
            <a:endParaRPr lang="en-US"/>
          </a:p>
        </p:txBody>
      </p:sp>
      <p:sp>
        <p:nvSpPr>
          <p:cNvPr id="5" name="Slide Number Placeholder 4">
            <a:extLst>
              <a:ext uri="{FF2B5EF4-FFF2-40B4-BE49-F238E27FC236}">
                <a16:creationId xmlns:a16="http://schemas.microsoft.com/office/drawing/2014/main" id="{318C42D5-A475-3C08-9471-C59B3A49C848}"/>
              </a:ext>
            </a:extLst>
          </p:cNvPr>
          <p:cNvSpPr>
            <a:spLocks noGrp="1"/>
          </p:cNvSpPr>
          <p:nvPr>
            <p:ph type="sldNum" sz="quarter" idx="12"/>
          </p:nvPr>
        </p:nvSpPr>
        <p:spPr/>
        <p:txBody>
          <a:bodyPr/>
          <a:lstStyle/>
          <a:p>
            <a:fld id="{5DAD859A-2C66-45B9-9A71-3CF205EC2D4A}" type="slidenum">
              <a:rPr lang="en-US" smtClean="0"/>
              <a:t/>
            </a:fld>
            <a:endParaRPr lang="en-US"/>
          </a:p>
        </p:txBody>
      </p:sp>
    </p:spTree>
    <p:extLst>
      <p:ext uri="{BB962C8B-B14F-4D97-AF65-F5344CB8AC3E}">
        <p14:creationId xmlns:p14="http://schemas.microsoft.com/office/powerpoint/2010/main" val="2927313019"/>
      </p:ext>
    </p:extLst>
  </p:cSld>
  <p:clrMapOvr>
    <a:masterClrMapping/>
  </p:clrMapOvr>
</p:sldLayout>
</file>

<file path=ppt/slideLayouts/slideLayout_80000035_46578F6C.xml><?xml version="1.0" encoding="utf-8"?>
<p:sldLayout xmlns:a="http://schemas.openxmlformats.org/drawingml/2006/main" xmlns:r="http://schemas.openxmlformats.org/officeDocument/2006/relationships" xmlns:p="http://schemas.openxmlformats.org/presentationml/2006/main" preserve="1">
  <p:cSld name="Quote 2">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D93FB6C-5982-EAFA-94FA-F06EABA0EC3A}"/>
              </a:ext>
            </a:extLst>
          </p:cNvPr>
          <p:cNvSpPr/>
          <p:nvPr/>
        </p:nvSpPr>
        <p:spPr>
          <a:xfrm>
            <a:off x="0" y="0"/>
            <a:ext cx="121920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948F732B-25DE-1819-DB0A-266B26703011}"/>
              </a:ext>
            </a:extLst>
          </p:cNvPr>
          <p:cNvGrpSpPr/>
          <p:nvPr/>
        </p:nvGrpSpPr>
        <p:grpSpPr>
          <a:xfrm>
            <a:off x="807326" y="778051"/>
            <a:ext cx="10577346" cy="5314435"/>
            <a:chOff x="807326" y="778051"/>
            <a:chExt cx="10577346" cy="5314435"/>
          </a:xfrm>
        </p:grpSpPr>
        <p:sp>
          <p:nvSpPr>
            <p:cNvPr id="9" name="Rectangle 8">
              <a:extLst>
                <a:ext uri="{FF2B5EF4-FFF2-40B4-BE49-F238E27FC236}">
                  <a16:creationId xmlns:a16="http://schemas.microsoft.com/office/drawing/2014/main" id="{70BBD41E-DAB9-A564-3A2B-295B7AE87C42}"/>
                </a:ext>
              </a:extLst>
            </p:cNvPr>
            <p:cNvSpPr/>
            <p:nvPr/>
          </p:nvSpPr>
          <p:spPr>
            <a:xfrm rot="5400000" flipH="1">
              <a:off x="3438786" y="-1853401"/>
              <a:ext cx="5314432" cy="10577340"/>
            </a:xfrm>
            <a:prstGeom prst="rect">
              <a:avLst/>
            </a:prstGeom>
            <a:gradFill>
              <a:gsLst>
                <a:gs pos="0">
                  <a:schemeClr val="accent2">
                    <a:alpha val="78000"/>
                  </a:schemeClr>
                </a:gs>
                <a:gs pos="93000">
                  <a:schemeClr val="accent5">
                    <a:alpha val="8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Rectangle 9">
              <a:extLst>
                <a:ext uri="{FF2B5EF4-FFF2-40B4-BE49-F238E27FC236}">
                  <a16:creationId xmlns:a16="http://schemas.microsoft.com/office/drawing/2014/main" id="{B54A4391-9FDD-C033-0A4D-647A73420405}"/>
                </a:ext>
              </a:extLst>
            </p:cNvPr>
            <p:cNvSpPr/>
            <p:nvPr/>
          </p:nvSpPr>
          <p:spPr>
            <a:xfrm rot="16200000" flipH="1">
              <a:off x="3445177" y="-1846407"/>
              <a:ext cx="5314435" cy="10563352"/>
            </a:xfrm>
            <a:prstGeom prst="rect">
              <a:avLst/>
            </a:prstGeom>
            <a:gradFill flip="none" rotWithShape="1">
              <a:gsLst>
                <a:gs pos="0">
                  <a:schemeClr val="accent5">
                    <a:alpha val="79000"/>
                  </a:schemeClr>
                </a:gs>
                <a:gs pos="32000">
                  <a:schemeClr val="accent5">
                    <a:alpha val="0"/>
                  </a:schemeClr>
                </a:gs>
              </a:gsLst>
              <a:lin ang="21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 name="Rectangle 10">
              <a:extLst>
                <a:ext uri="{FF2B5EF4-FFF2-40B4-BE49-F238E27FC236}">
                  <a16:creationId xmlns:a16="http://schemas.microsoft.com/office/drawing/2014/main" id="{0290101F-E74A-5C0F-8CC5-E0B5E3DC0E24}"/>
                </a:ext>
              </a:extLst>
            </p:cNvPr>
            <p:cNvSpPr/>
            <p:nvPr/>
          </p:nvSpPr>
          <p:spPr>
            <a:xfrm rot="10800000">
              <a:off x="807326" y="778051"/>
              <a:ext cx="3333441" cy="5308369"/>
            </a:xfrm>
            <a:prstGeom prst="rect">
              <a:avLst/>
            </a:prstGeom>
            <a:gradFill>
              <a:gsLst>
                <a:gs pos="0">
                  <a:schemeClr val="accent5">
                    <a:lumMod val="75000"/>
                  </a:schemeClr>
                </a:gs>
                <a:gs pos="48000">
                  <a:schemeClr val="accent5">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 name="Rectangle 11">
              <a:extLst>
                <a:ext uri="{FF2B5EF4-FFF2-40B4-BE49-F238E27FC236}">
                  <a16:creationId xmlns:a16="http://schemas.microsoft.com/office/drawing/2014/main" id="{338E2756-2591-1046-1B67-C9DEEDDCB82E}"/>
                </a:ext>
                <a:ext uri="{C183D7F6-B498-43B3-948B-1728B52AA6E4}">
                  <adec:decorative xmlns:adec="http://schemas.microsoft.com/office/drawing/2017/decorative" val="1"/>
                </a:ext>
              </a:extLst>
            </p:cNvPr>
            <p:cNvSpPr/>
            <p:nvPr/>
          </p:nvSpPr>
          <p:spPr>
            <a:xfrm rot="5400000" flipH="1">
              <a:off x="4205050" y="-1083744"/>
              <a:ext cx="4078718" cy="10273742"/>
            </a:xfrm>
            <a:prstGeom prst="rect">
              <a:avLst/>
            </a:prstGeom>
            <a:gradFill flip="none" rotWithShape="1">
              <a:gsLst>
                <a:gs pos="2000">
                  <a:schemeClr val="accent5">
                    <a:lumMod val="60000"/>
                    <a:lumOff val="40000"/>
                    <a:alpha val="68000"/>
                  </a:schemeClr>
                </a:gs>
                <a:gs pos="26000">
                  <a:schemeClr val="accent5">
                    <a:lumMod val="60000"/>
                    <a:lumOff val="40000"/>
                    <a:alpha val="0"/>
                  </a:schemeClr>
                </a:gs>
              </a:gsLst>
              <a:lin ang="18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sp>
        <p:nvSpPr>
          <p:cNvPr id="2" name="Title 1">
            <a:extLst>
              <a:ext uri="{FF2B5EF4-FFF2-40B4-BE49-F238E27FC236}">
                <a16:creationId xmlns:a16="http://schemas.microsoft.com/office/drawing/2014/main" id="{0DDF72D5-B6AC-3F01-D0B7-E4B24906CCFA}"/>
              </a:ext>
            </a:extLst>
          </p:cNvPr>
          <p:cNvSpPr>
            <a:spLocks noGrp="1"/>
          </p:cNvSpPr>
          <p:nvPr>
            <p:ph type="title" hasCustomPrompt="1"/>
          </p:nvPr>
        </p:nvSpPr>
        <p:spPr>
          <a:xfrm>
            <a:off x="1801368" y="5120640"/>
            <a:ext cx="8549640" cy="621792"/>
          </a:xfrm>
        </p:spPr>
        <p:txBody>
          <a:bodyPr anchor="ctr">
            <a:normAutofit/>
          </a:bodyPr>
          <a:lstStyle>
            <a:lvl1pPr>
              <a:lnSpc>
                <a:spcPct val="120000"/>
              </a:lnSpc>
              <a:defRPr sz="1800" b="1">
                <a:solidFill>
                  <a:schemeClr val="tx1"/>
                </a:solidFill>
              </a:defRPr>
            </a:lvl1pPr>
          </a:lstStyle>
          <a:p>
            <a:r>
              <a:rPr lang="en-US"/>
              <a:t>Quote Author</a:t>
            </a:r>
          </a:p>
        </p:txBody>
      </p:sp>
      <p:sp>
        <p:nvSpPr>
          <p:cNvPr id="7" name="Content Placeholder 6">
            <a:extLst>
              <a:ext uri="{FF2B5EF4-FFF2-40B4-BE49-F238E27FC236}">
                <a16:creationId xmlns:a16="http://schemas.microsoft.com/office/drawing/2014/main" id="{20A93000-1238-849C-EADD-03910EE27D69}"/>
              </a:ext>
            </a:extLst>
          </p:cNvPr>
          <p:cNvSpPr>
            <a:spLocks noGrp="1"/>
          </p:cNvSpPr>
          <p:nvPr>
            <p:ph sz="quarter" idx="13" hasCustomPrompt="1"/>
          </p:nvPr>
        </p:nvSpPr>
        <p:spPr>
          <a:xfrm>
            <a:off x="1655064" y="1965960"/>
            <a:ext cx="8695944" cy="2331720"/>
          </a:xfrm>
        </p:spPr>
        <p:txBody>
          <a:bodyPr anchor="ctr">
            <a:normAutofit/>
          </a:bodyPr>
          <a:lstStyle>
            <a:lvl1pPr marL="137160" indent="-137160">
              <a:lnSpc>
                <a:spcPct val="100000"/>
              </a:lnSpc>
              <a:buNone/>
              <a:defRPr sz="3800">
                <a:solidFill>
                  <a:schemeClr val="tx1"/>
                </a:solidFill>
                <a:latin typeface="+mn-lt"/>
              </a:defRPr>
            </a:lvl1pPr>
          </a:lstStyle>
          <a:p>
            <a:pPr lvl="0"/>
            <a:r>
              <a:rPr lang="en-US"/>
              <a:t>Click to edit Quote</a:t>
            </a:r>
          </a:p>
        </p:txBody>
      </p:sp>
      <p:sp>
        <p:nvSpPr>
          <p:cNvPr id="3" name="Footer Placeholder 2">
            <a:extLst>
              <a:ext uri="{FF2B5EF4-FFF2-40B4-BE49-F238E27FC236}">
                <a16:creationId xmlns:a16="http://schemas.microsoft.com/office/drawing/2014/main" id="{B26C0B63-D720-7E4B-EF47-C094EDA300A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Date Placeholder 3">
            <a:extLst>
              <a:ext uri="{FF2B5EF4-FFF2-40B4-BE49-F238E27FC236}">
                <a16:creationId xmlns:a16="http://schemas.microsoft.com/office/drawing/2014/main" id="{B3091BBB-CF16-BAC6-4881-2B122B945B8A}"/>
              </a:ext>
            </a:extLst>
          </p:cNvPr>
          <p:cNvSpPr>
            <a:spLocks noGrp="1"/>
          </p:cNvSpPr>
          <p:nvPr>
            <p:ph type="dt" sz="half" idx="11"/>
          </p:nvPr>
        </p:nvSpPr>
        <p:spPr/>
        <p:txBody>
          <a:bodyPr/>
          <a:lstStyle>
            <a:lvl1pPr>
              <a:defRPr>
                <a:solidFill>
                  <a:schemeClr val="bg1"/>
                </a:solidFill>
              </a:defRPr>
            </a:lvl1pPr>
          </a:lstStyle>
          <a:p>
            <a:fld id="{3AEEF7F6-ECFE-4473-B3E9-C91BE833927A}" type="datetimeFigureOut">
              <a:rPr lang="en-US" smtClean="0"/>
              <a:t/>
            </a:fld>
            <a:endParaRPr lang="en-US"/>
          </a:p>
        </p:txBody>
      </p:sp>
      <p:sp>
        <p:nvSpPr>
          <p:cNvPr id="5" name="Slide Number Placeholder 4">
            <a:extLst>
              <a:ext uri="{FF2B5EF4-FFF2-40B4-BE49-F238E27FC236}">
                <a16:creationId xmlns:a16="http://schemas.microsoft.com/office/drawing/2014/main" id="{318C42D5-A475-3C08-9471-C59B3A49C848}"/>
              </a:ext>
            </a:extLst>
          </p:cNvPr>
          <p:cNvSpPr>
            <a:spLocks noGrp="1"/>
          </p:cNvSpPr>
          <p:nvPr>
            <p:ph type="sldNum" sz="quarter" idx="12"/>
          </p:nvPr>
        </p:nvSpPr>
        <p:spPr/>
        <p:txBody>
          <a:bodyPr/>
          <a:lstStyle>
            <a:lvl1pPr>
              <a:defRPr>
                <a:solidFill>
                  <a:schemeClr val="bg1"/>
                </a:solidFill>
              </a:defRPr>
            </a:lvl1pPr>
          </a:lstStyle>
          <a:p>
            <a:fld id="{5DAD859A-2C66-45B9-9A71-3CF205EC2D4A}" type="slidenum">
              <a:rPr lang="en-US" smtClean="0"/>
              <a:t/>
            </a:fld>
            <a:endParaRPr lang="en-US"/>
          </a:p>
        </p:txBody>
      </p:sp>
    </p:spTree>
    <p:extLst>
      <p:ext uri="{BB962C8B-B14F-4D97-AF65-F5344CB8AC3E}">
        <p14:creationId xmlns:p14="http://schemas.microsoft.com/office/powerpoint/2010/main" val="1180143468"/>
      </p:ext>
    </p:extLst>
  </p:cSld>
  <p:clrMapOvr>
    <a:overrideClrMapping bg1="dk1" tx1="lt1" bg2="dk2" tx2="lt2" accent1="accent1" accent2="accent2" accent3="accent3" accent4="accent4" accent5="accent5" accent6="accent6" hlink="hlink" folHlink="folHlink"/>
  </p:clrMapOvr>
</p:sldLayout>
</file>

<file path=ppt/slideLayouts/slideLayout_80000036_D2F64912.xml><?xml version="1.0" encoding="utf-8"?>
<p:sldLayout xmlns:a="http://schemas.openxmlformats.org/drawingml/2006/main" xmlns:r="http://schemas.openxmlformats.org/officeDocument/2006/relationships" xmlns:p="http://schemas.openxmlformats.org/presentationml/2006/main" preserve="1">
  <p:cSld name="Quote 3">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93D49479-B594-DDBA-C16A-3A98635C8A4A}"/>
              </a:ext>
              <a:ext uri="{C183D7F6-B498-43B3-948B-1728B52AA6E4}">
                <adec:decorative xmlns:adec="http://schemas.microsoft.com/office/drawing/2017/decorative" val="1"/>
              </a:ext>
            </a:extLst>
          </p:cNvPr>
          <p:cNvGrpSpPr/>
          <p:nvPr/>
        </p:nvGrpSpPr>
        <p:grpSpPr>
          <a:xfrm>
            <a:off x="12068638" y="0"/>
            <a:ext cx="123362" cy="6858000"/>
            <a:chOff x="12068638" y="0"/>
            <a:chExt cx="123362" cy="6858000"/>
          </a:xfrm>
        </p:grpSpPr>
        <p:sp>
          <p:nvSpPr>
            <p:cNvPr id="14" name="Rectangle 13">
              <a:extLst>
                <a:ext uri="{FF2B5EF4-FFF2-40B4-BE49-F238E27FC236}">
                  <a16:creationId xmlns:a16="http://schemas.microsoft.com/office/drawing/2014/main" id="{0E065CA7-C91C-8C4F-CD30-E6DB950A620B}"/>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DCDB482-1274-EA4E-11EA-FDB308F1540E}"/>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 name="Group 15">
            <a:extLst>
              <a:ext uri="{FF2B5EF4-FFF2-40B4-BE49-F238E27FC236}">
                <a16:creationId xmlns:a16="http://schemas.microsoft.com/office/drawing/2014/main" id="{8FAEF3D1-EB50-234E-F0C0-5C4E6FB69937}"/>
              </a:ext>
              <a:ext uri="{C183D7F6-B498-43B3-948B-1728B52AA6E4}">
                <adec:decorative xmlns:adec="http://schemas.microsoft.com/office/drawing/2017/decorative" val="1"/>
              </a:ext>
            </a:extLst>
          </p:cNvPr>
          <p:cNvGrpSpPr/>
          <p:nvPr/>
        </p:nvGrpSpPr>
        <p:grpSpPr>
          <a:xfrm rot="10800000">
            <a:off x="-1091" y="0"/>
            <a:ext cx="12188952" cy="123363"/>
            <a:chOff x="-5025" y="6737718"/>
            <a:chExt cx="12207200" cy="123363"/>
          </a:xfrm>
        </p:grpSpPr>
        <p:sp>
          <p:nvSpPr>
            <p:cNvPr id="17" name="Rectangle 16">
              <a:extLst>
                <a:ext uri="{FF2B5EF4-FFF2-40B4-BE49-F238E27FC236}">
                  <a16:creationId xmlns:a16="http://schemas.microsoft.com/office/drawing/2014/main" id="{5B35CE4F-16F9-575C-78CA-4F076F0C3D1F}"/>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FD59711A-5559-82B6-B156-35D79618FF56}"/>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0DDF72D5-B6AC-3F01-D0B7-E4B24906CCFA}"/>
              </a:ext>
            </a:extLst>
          </p:cNvPr>
          <p:cNvSpPr>
            <a:spLocks noGrp="1"/>
          </p:cNvSpPr>
          <p:nvPr>
            <p:ph type="title" hasCustomPrompt="1"/>
          </p:nvPr>
        </p:nvSpPr>
        <p:spPr>
          <a:xfrm>
            <a:off x="1379836" y="5192776"/>
            <a:ext cx="8494776" cy="621792"/>
          </a:xfrm>
        </p:spPr>
        <p:txBody>
          <a:bodyPr anchor="ctr">
            <a:normAutofit/>
          </a:bodyPr>
          <a:lstStyle>
            <a:lvl1pPr>
              <a:lnSpc>
                <a:spcPct val="120000"/>
              </a:lnSpc>
              <a:defRPr sz="1800" b="1">
                <a:gradFill>
                  <a:gsLst>
                    <a:gs pos="0">
                      <a:schemeClr val="accent2"/>
                    </a:gs>
                    <a:gs pos="90000">
                      <a:schemeClr val="accent5"/>
                    </a:gs>
                  </a:gsLst>
                  <a:lin ang="9600000" scaled="0"/>
                </a:gradFill>
              </a:defRPr>
            </a:lvl1pPr>
          </a:lstStyle>
          <a:p>
            <a:r>
              <a:rPr lang="en-US"/>
              <a:t>Quote Author</a:t>
            </a:r>
          </a:p>
        </p:txBody>
      </p:sp>
      <p:sp>
        <p:nvSpPr>
          <p:cNvPr id="7" name="Content Placeholder 6">
            <a:extLst>
              <a:ext uri="{FF2B5EF4-FFF2-40B4-BE49-F238E27FC236}">
                <a16:creationId xmlns:a16="http://schemas.microsoft.com/office/drawing/2014/main" id="{20A93000-1238-849C-EADD-03910EE27D69}"/>
              </a:ext>
            </a:extLst>
          </p:cNvPr>
          <p:cNvSpPr>
            <a:spLocks noGrp="1"/>
          </p:cNvSpPr>
          <p:nvPr>
            <p:ph sz="quarter" idx="13" hasCustomPrompt="1"/>
          </p:nvPr>
        </p:nvSpPr>
        <p:spPr>
          <a:xfrm>
            <a:off x="1233532" y="1792224"/>
            <a:ext cx="8641080" cy="2871216"/>
          </a:xfrm>
        </p:spPr>
        <p:txBody>
          <a:bodyPr anchor="ctr">
            <a:normAutofit/>
          </a:bodyPr>
          <a:lstStyle>
            <a:lvl1pPr marL="137160" indent="-137160">
              <a:lnSpc>
                <a:spcPct val="100000"/>
              </a:lnSpc>
              <a:buNone/>
              <a:defRPr sz="3600">
                <a:gradFill>
                  <a:gsLst>
                    <a:gs pos="0">
                      <a:schemeClr val="accent2"/>
                    </a:gs>
                    <a:gs pos="90000">
                      <a:schemeClr val="accent5"/>
                    </a:gs>
                  </a:gsLst>
                  <a:lin ang="9600000" scaled="0"/>
                </a:gradFill>
              </a:defRPr>
            </a:lvl1pPr>
          </a:lstStyle>
          <a:p>
            <a:pPr lvl="0"/>
            <a:r>
              <a:rPr lang="en-US"/>
              <a:t>Click to edit Quote</a:t>
            </a:r>
          </a:p>
        </p:txBody>
      </p:sp>
      <p:sp>
        <p:nvSpPr>
          <p:cNvPr id="3" name="Footer Placeholder 2">
            <a:extLst>
              <a:ext uri="{FF2B5EF4-FFF2-40B4-BE49-F238E27FC236}">
                <a16:creationId xmlns:a16="http://schemas.microsoft.com/office/drawing/2014/main" id="{B26C0B63-D720-7E4B-EF47-C094EDA300AC}"/>
              </a:ext>
            </a:extLst>
          </p:cNvPr>
          <p:cNvSpPr>
            <a:spLocks noGrp="1"/>
          </p:cNvSpPr>
          <p:nvPr>
            <p:ph type="ftr" sz="quarter" idx="10"/>
          </p:nvPr>
        </p:nvSpPr>
        <p:spPr/>
        <p:txBody>
          <a:bodyPr/>
          <a:lstStyle/>
          <a:p>
            <a:endParaRPr lang="en-US"/>
          </a:p>
        </p:txBody>
      </p:sp>
      <p:sp>
        <p:nvSpPr>
          <p:cNvPr id="4" name="Date Placeholder 3">
            <a:extLst>
              <a:ext uri="{FF2B5EF4-FFF2-40B4-BE49-F238E27FC236}">
                <a16:creationId xmlns:a16="http://schemas.microsoft.com/office/drawing/2014/main" id="{B3091BBB-CF16-BAC6-4881-2B122B945B8A}"/>
              </a:ext>
            </a:extLst>
          </p:cNvPr>
          <p:cNvSpPr>
            <a:spLocks noGrp="1"/>
          </p:cNvSpPr>
          <p:nvPr>
            <p:ph type="dt" sz="half" idx="11"/>
          </p:nvPr>
        </p:nvSpPr>
        <p:spPr/>
        <p:txBody>
          <a:bodyPr/>
          <a:lstStyle/>
          <a:p>
            <a:fld id="{3AEEF7F6-ECFE-4473-B3E9-C91BE833927A}" type="datetimeFigureOut">
              <a:rPr lang="en-US" smtClean="0"/>
              <a:t/>
            </a:fld>
            <a:endParaRPr lang="en-US"/>
          </a:p>
        </p:txBody>
      </p:sp>
      <p:sp>
        <p:nvSpPr>
          <p:cNvPr id="5" name="Slide Number Placeholder 4">
            <a:extLst>
              <a:ext uri="{FF2B5EF4-FFF2-40B4-BE49-F238E27FC236}">
                <a16:creationId xmlns:a16="http://schemas.microsoft.com/office/drawing/2014/main" id="{318C42D5-A475-3C08-9471-C59B3A49C848}"/>
              </a:ext>
            </a:extLst>
          </p:cNvPr>
          <p:cNvSpPr>
            <a:spLocks noGrp="1"/>
          </p:cNvSpPr>
          <p:nvPr>
            <p:ph type="sldNum" sz="quarter" idx="12"/>
          </p:nvPr>
        </p:nvSpPr>
        <p:spPr/>
        <p:txBody>
          <a:bodyPr/>
          <a:lstStyle/>
          <a:p>
            <a:fld id="{5DAD859A-2C66-45B9-9A71-3CF205EC2D4A}" type="slidenum">
              <a:rPr lang="en-US" smtClean="0"/>
              <a:t/>
            </a:fld>
            <a:endParaRPr lang="en-US"/>
          </a:p>
        </p:txBody>
      </p:sp>
    </p:spTree>
    <p:extLst>
      <p:ext uri="{BB962C8B-B14F-4D97-AF65-F5344CB8AC3E}">
        <p14:creationId xmlns:p14="http://schemas.microsoft.com/office/powerpoint/2010/main" val="3539355922"/>
      </p:ext>
    </p:extLst>
  </p:cSld>
  <p:clrMapOvr>
    <a:masterClrMapping/>
  </p:clrMapOvr>
</p:sldLayout>
</file>

<file path=ppt/slideLayouts/slideLayout_80000037_B7856769.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0B646A9-91B4-D2CF-8B72-68E668219C00}"/>
              </a:ext>
            </a:extLst>
          </p:cNvPr>
          <p:cNvSpPr/>
          <p:nvPr/>
        </p:nvSpPr>
        <p:spPr>
          <a:xfrm rot="5400000" flipH="1">
            <a:off x="5175902" y="-5175894"/>
            <a:ext cx="1855397" cy="12207199"/>
          </a:xfrm>
          <a:prstGeom prst="rect">
            <a:avLst/>
          </a:prstGeom>
          <a:gradFill>
            <a:gsLst>
              <a:gs pos="0">
                <a:schemeClr val="accent5"/>
              </a:gs>
              <a:gs pos="90000">
                <a:schemeClr val="accent2"/>
              </a:gs>
            </a:gsLst>
            <a:lin ang="9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02920"/>
            <a:ext cx="10954512" cy="1197864"/>
          </a:xfrm>
        </p:spPr>
        <p:txBody>
          <a:bodyPr/>
          <a:lstStyle>
            <a:lvl1pPr>
              <a:defRPr>
                <a:solidFill>
                  <a:schemeClr val="bg1"/>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D004E38F-46D8-838A-C636-0958E5B36CB4}"/>
              </a:ext>
            </a:extLst>
          </p:cNvPr>
          <p:cNvSpPr>
            <a:spLocks noGrp="1"/>
          </p:cNvSpPr>
          <p:nvPr>
            <p:ph sz="quarter" idx="18"/>
          </p:nvPr>
        </p:nvSpPr>
        <p:spPr>
          <a:xfrm>
            <a:off x="612775" y="2313433"/>
            <a:ext cx="5165725" cy="40000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E8F84C8F-5A53-198D-2CB3-A78F006C4D20}"/>
              </a:ext>
            </a:extLst>
          </p:cNvPr>
          <p:cNvSpPr>
            <a:spLocks noGrp="1"/>
          </p:cNvSpPr>
          <p:nvPr>
            <p:ph sz="quarter" idx="19"/>
          </p:nvPr>
        </p:nvSpPr>
        <p:spPr>
          <a:xfrm>
            <a:off x="6400800" y="2313430"/>
            <a:ext cx="5165725" cy="40000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92A082C-5D4A-4A20-87E3-9906B5F3BAF4}"/>
              </a:ext>
            </a:extLst>
          </p:cNvPr>
          <p:cNvSpPr>
            <a:spLocks noGrp="1"/>
          </p:cNvSpPr>
          <p:nvPr>
            <p:ph type="ftr" sz="quarter" idx="16"/>
          </p:nvPr>
        </p:nvSpPr>
        <p:spPr/>
        <p:txBody>
          <a:bodyPr/>
          <a:lstStyle/>
          <a:p>
            <a:endParaRPr lang="en-US"/>
          </a:p>
        </p:txBody>
      </p:sp>
      <p:sp>
        <p:nvSpPr>
          <p:cNvPr id="3" name="Date Placeholder 2">
            <a:extLst>
              <a:ext uri="{FF2B5EF4-FFF2-40B4-BE49-F238E27FC236}">
                <a16:creationId xmlns:a16="http://schemas.microsoft.com/office/drawing/2014/main" id="{EC2184DE-1D38-B3AE-D560-557B3726B547}"/>
              </a:ext>
            </a:extLst>
          </p:cNvPr>
          <p:cNvSpPr>
            <a:spLocks noGrp="1"/>
          </p:cNvSpPr>
          <p:nvPr>
            <p:ph type="dt" sz="half" idx="15"/>
          </p:nvPr>
        </p:nvSpPr>
        <p:spPr/>
        <p:txBody>
          <a:bodyPr/>
          <a:lstStyle/>
          <a:p>
            <a:fld id="{3AEEF7F6-ECFE-4473-B3E9-C91BE833927A}" type="datetimeFigureOut">
              <a:rPr lang="en-US" smtClean="0"/>
              <a:t/>
            </a:fld>
            <a:endParaRPr lang="en-US"/>
          </a:p>
        </p:txBody>
      </p:sp>
      <p:sp>
        <p:nvSpPr>
          <p:cNvPr id="8" name="Slide Number Placeholder 7">
            <a:extLst>
              <a:ext uri="{FF2B5EF4-FFF2-40B4-BE49-F238E27FC236}">
                <a16:creationId xmlns:a16="http://schemas.microsoft.com/office/drawing/2014/main" id="{AD66BE47-AC20-1061-07AD-89A41D02F482}"/>
              </a:ext>
            </a:extLst>
          </p:cNvPr>
          <p:cNvSpPr>
            <a:spLocks noGrp="1"/>
          </p:cNvSpPr>
          <p:nvPr>
            <p:ph type="sldNum" sz="quarter" idx="17"/>
          </p:nvPr>
        </p:nvSpPr>
        <p:spPr/>
        <p:txBody>
          <a:bodyPr/>
          <a:lstStyle/>
          <a:p>
            <a:fld id="{5DAD859A-2C66-45B9-9A71-3CF205EC2D4A}" type="slidenum">
              <a:rPr lang="en-US" smtClean="0"/>
              <a:t/>
            </a:fld>
            <a:endParaRPr lang="en-US"/>
          </a:p>
        </p:txBody>
      </p:sp>
    </p:spTree>
    <p:extLst>
      <p:ext uri="{BB962C8B-B14F-4D97-AF65-F5344CB8AC3E}">
        <p14:creationId xmlns:p14="http://schemas.microsoft.com/office/powerpoint/2010/main" val="3078973289"/>
      </p:ext>
    </p:extLst>
  </p:cSld>
  <p:clrMapOvr>
    <a:masterClrMapping/>
  </p:clrMapOvr>
</p:sldLayout>
</file>

<file path=ppt/slideLayouts/slideLayout_80000038_D1A3AAB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C704A21-3725-4536-B210-EAED58DE1544}"/>
              </a:ext>
            </a:extLst>
          </p:cNvPr>
          <p:cNvSpPr/>
          <p:nvPr/>
        </p:nvSpPr>
        <p:spPr>
          <a:xfrm rot="5400000" flipH="1">
            <a:off x="5175902" y="-5175894"/>
            <a:ext cx="1855397" cy="12207199"/>
          </a:xfrm>
          <a:prstGeom prst="rect">
            <a:avLst/>
          </a:prstGeom>
          <a:gradFill>
            <a:gsLst>
              <a:gs pos="0">
                <a:schemeClr val="accent5"/>
              </a:gs>
              <a:gs pos="90000">
                <a:schemeClr val="accent2"/>
              </a:gs>
            </a:gsLst>
            <a:lin ang="9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12648" y="502920"/>
            <a:ext cx="10953750" cy="1197864"/>
          </a:xfrm>
        </p:spPr>
        <p:txBody>
          <a:bodyPr/>
          <a:lstStyle>
            <a:lvl1pPr>
              <a:defRPr>
                <a:solidFill>
                  <a:schemeClr val="bg1"/>
                </a:solidFill>
              </a:defRPr>
            </a:lvl1pPr>
          </a:lstStyle>
          <a:p>
            <a:r>
              <a:rPr lang="en-US"/>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12648" y="2198999"/>
            <a:ext cx="5166360" cy="484632"/>
          </a:xfrm>
        </p:spPr>
        <p:txBody>
          <a:bodyPr anchor="b">
            <a:normAutofit/>
          </a:bodyPr>
          <a:lstStyle>
            <a:lvl1pPr marL="0" indent="0">
              <a:lnSpc>
                <a:spcPct val="90000"/>
              </a:lnSpc>
              <a:buNone/>
              <a:defRPr sz="2400" b="0"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9" name="Content Placeholder 8">
            <a:extLst>
              <a:ext uri="{FF2B5EF4-FFF2-40B4-BE49-F238E27FC236}">
                <a16:creationId xmlns:a16="http://schemas.microsoft.com/office/drawing/2014/main" id="{1D708347-B003-2458-75EC-D8317FBF028C}"/>
              </a:ext>
            </a:extLst>
          </p:cNvPr>
          <p:cNvSpPr>
            <a:spLocks noGrp="1"/>
          </p:cNvSpPr>
          <p:nvPr>
            <p:ph sz="quarter" idx="18"/>
          </p:nvPr>
        </p:nvSpPr>
        <p:spPr>
          <a:xfrm>
            <a:off x="612775" y="2794000"/>
            <a:ext cx="5165725" cy="35242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400800" y="2198999"/>
            <a:ext cx="5166360" cy="484633"/>
          </a:xfrm>
        </p:spPr>
        <p:txBody>
          <a:bodyPr anchor="b">
            <a:normAutofit/>
          </a:bodyPr>
          <a:lstStyle>
            <a:lvl1pPr marL="0" indent="0">
              <a:lnSpc>
                <a:spcPct val="90000"/>
              </a:lnSpc>
              <a:buNone/>
              <a:defRPr sz="2400" b="0"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4" name="Content Placeholder 13">
            <a:extLst>
              <a:ext uri="{FF2B5EF4-FFF2-40B4-BE49-F238E27FC236}">
                <a16:creationId xmlns:a16="http://schemas.microsoft.com/office/drawing/2014/main" id="{6F3E993C-0A55-1F54-C280-76AF30E5377A}"/>
              </a:ext>
            </a:extLst>
          </p:cNvPr>
          <p:cNvSpPr>
            <a:spLocks noGrp="1"/>
          </p:cNvSpPr>
          <p:nvPr>
            <p:ph sz="quarter" idx="19"/>
          </p:nvPr>
        </p:nvSpPr>
        <p:spPr>
          <a:xfrm>
            <a:off x="6400800" y="2794000"/>
            <a:ext cx="5166360" cy="35242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80669AB3-1083-59C6-B9F8-A35C0D406617}"/>
              </a:ext>
            </a:extLst>
          </p:cNvPr>
          <p:cNvSpPr>
            <a:spLocks noGrp="1"/>
          </p:cNvSpPr>
          <p:nvPr>
            <p:ph type="ftr" sz="quarter" idx="16"/>
          </p:nvPr>
        </p:nvSpPr>
        <p:spPr/>
        <p:txBody>
          <a:bodyPr/>
          <a:lstStyle/>
          <a:p>
            <a:endParaRPr lang="en-US"/>
          </a:p>
        </p:txBody>
      </p:sp>
      <p:sp>
        <p:nvSpPr>
          <p:cNvPr id="4" name="Date Placeholder 3">
            <a:extLst>
              <a:ext uri="{FF2B5EF4-FFF2-40B4-BE49-F238E27FC236}">
                <a16:creationId xmlns:a16="http://schemas.microsoft.com/office/drawing/2014/main" id="{88D0645D-C128-9FF0-2E8B-D2E3E34687DA}"/>
              </a:ext>
            </a:extLst>
          </p:cNvPr>
          <p:cNvSpPr>
            <a:spLocks noGrp="1"/>
          </p:cNvSpPr>
          <p:nvPr>
            <p:ph type="dt" sz="half" idx="15"/>
          </p:nvPr>
        </p:nvSpPr>
        <p:spPr/>
        <p:txBody>
          <a:bodyPr/>
          <a:lstStyle/>
          <a:p>
            <a:fld id="{3AEEF7F6-ECFE-4473-B3E9-C91BE833927A}" type="datetimeFigureOut">
              <a:rPr lang="en-US" smtClean="0"/>
              <a:t/>
            </a:fld>
            <a:endParaRPr lang="en-US"/>
          </a:p>
        </p:txBody>
      </p:sp>
      <p:sp>
        <p:nvSpPr>
          <p:cNvPr id="10" name="Slide Number Placeholder 9">
            <a:extLst>
              <a:ext uri="{FF2B5EF4-FFF2-40B4-BE49-F238E27FC236}">
                <a16:creationId xmlns:a16="http://schemas.microsoft.com/office/drawing/2014/main" id="{CC6DDA88-C058-DDD5-F19B-8B5E7B86C681}"/>
              </a:ext>
            </a:extLst>
          </p:cNvPr>
          <p:cNvSpPr>
            <a:spLocks noGrp="1"/>
          </p:cNvSpPr>
          <p:nvPr>
            <p:ph type="sldNum" sz="quarter" idx="17"/>
          </p:nvPr>
        </p:nvSpPr>
        <p:spPr/>
        <p:txBody>
          <a:bodyPr/>
          <a:lstStyle/>
          <a:p>
            <a:fld id="{5DAD859A-2C66-45B9-9A71-3CF205EC2D4A}" type="slidenum">
              <a:rPr lang="en-US" smtClean="0"/>
              <a:t/>
            </a:fld>
            <a:endParaRPr lang="en-US"/>
          </a:p>
        </p:txBody>
      </p:sp>
    </p:spTree>
    <p:extLst>
      <p:ext uri="{BB962C8B-B14F-4D97-AF65-F5344CB8AC3E}">
        <p14:creationId xmlns:p14="http://schemas.microsoft.com/office/powerpoint/2010/main" val="3517164213"/>
      </p:ext>
    </p:extLst>
  </p:cSld>
  <p:clrMapOvr>
    <a:masterClrMapping/>
  </p:clrMapOvr>
</p:sldLayout>
</file>

<file path=ppt/slideLayouts/slideLayout_80000039_4B29ADFA.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nchor="t"/>
          <a:lstStyle/>
          <a:p>
            <a:r>
              <a:rPr lang="en-US"/>
              <a:t>Click to edit Master title style</a:t>
            </a:r>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3AEEF7F6-ECFE-4473-B3E9-C91BE833927A}" type="datetimeFigureOut">
              <a:rPr lang="en-US" smtClean="0"/>
              <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5DAD859A-2C66-45B9-9A71-3CF205EC2D4A}" type="slidenum">
              <a:rPr lang="en-US" smtClean="0"/>
              <a:t/>
            </a:fld>
            <a:endParaRPr lang="en-US"/>
          </a:p>
        </p:txBody>
      </p:sp>
    </p:spTree>
    <p:extLst>
      <p:ext uri="{BB962C8B-B14F-4D97-AF65-F5344CB8AC3E}">
        <p14:creationId xmlns:p14="http://schemas.microsoft.com/office/powerpoint/2010/main" val="1261022714"/>
      </p:ext>
    </p:extLst>
  </p:cSld>
  <p:clrMapOvr>
    <a:masterClrMapping/>
  </p:clrMapOvr>
</p:sldLayout>
</file>

<file path=ppt/slideMasters/_rels/slideMaster_80000000_163CE6E3.xml.rels><?xml version="1.0" encoding="UTF-8" standalone="yes"?>
<Relationships xmlns="http://schemas.openxmlformats.org/package/2006/relationships"><Relationship Id="rId13" Type="http://schemas.openxmlformats.org/officeDocument/2006/relationships/slideLayout" Target="../slideLayouts/slideLayout_80000019_8140E954.xml"/><Relationship Id="rId18" Type="http://schemas.openxmlformats.org/officeDocument/2006/relationships/slideLayout" Target="../slideLayouts/slideLayout_8000001E_9C8D1562.xml"/><Relationship Id="rId26" Type="http://schemas.openxmlformats.org/officeDocument/2006/relationships/slideLayout" Target="../slideLayouts/slideLayout_80000026_C8D30738.xml"/><Relationship Id="rId39" Type="http://schemas.openxmlformats.org/officeDocument/2006/relationships/slideLayout" Target="../slideLayouts/slideLayout_80000033_CB28439.xml"/><Relationship Id="rId21" Type="http://schemas.openxmlformats.org/officeDocument/2006/relationships/slideLayout" Target="../slideLayouts/slideLayout_80000021_66DF4C71.xml"/><Relationship Id="rId34" Type="http://schemas.openxmlformats.org/officeDocument/2006/relationships/slideLayout" Target="../slideLayouts/slideLayout_8000002E_797C61C6.xml"/><Relationship Id="rId42" Type="http://schemas.openxmlformats.org/officeDocument/2006/relationships/slideLayout" Target="../slideLayouts/slideLayout_80000036_D2F64912.xml"/><Relationship Id="rId47" Type="http://schemas.openxmlformats.org/officeDocument/2006/relationships/slideLayout" Target="../slideLayouts/slideLayout_8000003B_CA151E4F.xml"/><Relationship Id="rId50" Type="http://schemas.openxmlformats.org/officeDocument/2006/relationships/slideLayout" Target="../slideLayouts/slideLayout_8000003E_68FF55A3.xml"/><Relationship Id="rId7" Type="http://schemas.openxmlformats.org/officeDocument/2006/relationships/slideLayout" Target="../slideLayouts/slideLayout_80000007_9D29910E.xml"/><Relationship Id="rId2" Type="http://schemas.openxmlformats.org/officeDocument/2006/relationships/slideLayout" Target="../slideLayouts/slideLayout_80000002_5988AAAB.xml"/><Relationship Id="rId16" Type="http://schemas.openxmlformats.org/officeDocument/2006/relationships/slideLayout" Target="../slideLayouts/slideLayout_8000001C_3350DA09.xml"/><Relationship Id="rId29" Type="http://schemas.openxmlformats.org/officeDocument/2006/relationships/slideLayout" Target="../slideLayouts/slideLayout_80000029_73E606BC.xml"/><Relationship Id="rId11" Type="http://schemas.openxmlformats.org/officeDocument/2006/relationships/slideLayout" Target="../slideLayouts/slideLayout_8000000B_F9E9733D.xml"/><Relationship Id="rId24" Type="http://schemas.openxmlformats.org/officeDocument/2006/relationships/slideLayout" Target="../slideLayouts/slideLayout_80000024_E948D132.xml"/><Relationship Id="rId32" Type="http://schemas.openxmlformats.org/officeDocument/2006/relationships/slideLayout" Target="../slideLayouts/slideLayout_8000002C_6AB7D8A2.xml"/><Relationship Id="rId37" Type="http://schemas.openxmlformats.org/officeDocument/2006/relationships/slideLayout" Target="../slideLayouts/slideLayout_80000031_971C514B.xml"/><Relationship Id="rId40" Type="http://schemas.openxmlformats.org/officeDocument/2006/relationships/slideLayout" Target="../slideLayouts/slideLayout_80000034_AE7B407B.xml"/><Relationship Id="rId45" Type="http://schemas.openxmlformats.org/officeDocument/2006/relationships/slideLayout" Target="../slideLayouts/slideLayout_80000039_4B29ADFA.xml"/><Relationship Id="rId5" Type="http://schemas.openxmlformats.org/officeDocument/2006/relationships/slideLayout" Target="../slideLayouts/slideLayout_80000005_ED1CC398.xml"/><Relationship Id="rId15" Type="http://schemas.openxmlformats.org/officeDocument/2006/relationships/slideLayout" Target="../slideLayouts/slideLayout_8000001B_58A18273.xml"/><Relationship Id="rId23" Type="http://schemas.openxmlformats.org/officeDocument/2006/relationships/slideLayout" Target="../slideLayouts/slideLayout_80000023_2B3962A7.xml"/><Relationship Id="rId28" Type="http://schemas.openxmlformats.org/officeDocument/2006/relationships/slideLayout" Target="../slideLayouts/slideLayout_80000028_ECB0168F.xml"/><Relationship Id="rId36" Type="http://schemas.openxmlformats.org/officeDocument/2006/relationships/slideLayout" Target="../slideLayouts/slideLayout_80000030_36ECC9D7.xml"/><Relationship Id="rId49" Type="http://schemas.openxmlformats.org/officeDocument/2006/relationships/slideLayout" Target="../slideLayouts/slideLayout_8000003D_4842F888.xml"/><Relationship Id="rId10" Type="http://schemas.openxmlformats.org/officeDocument/2006/relationships/slideLayout" Target="../slideLayouts/slideLayout_8000000A_8194DAC0.xml"/><Relationship Id="rId19" Type="http://schemas.openxmlformats.org/officeDocument/2006/relationships/slideLayout" Target="../slideLayouts/slideLayout_8000001F_8B414734.xml"/><Relationship Id="rId31" Type="http://schemas.openxmlformats.org/officeDocument/2006/relationships/slideLayout" Target="../slideLayouts/slideLayout_8000002B_8B0EBF01.xml"/><Relationship Id="rId44" Type="http://schemas.openxmlformats.org/officeDocument/2006/relationships/slideLayout" Target="../slideLayouts/slideLayout_80000038_D1A3AAB5.xml"/><Relationship Id="rId4" Type="http://schemas.openxmlformats.org/officeDocument/2006/relationships/slideLayout" Target="../slideLayouts/slideLayout_80000004_CFD355C0.xml"/><Relationship Id="rId9" Type="http://schemas.openxmlformats.org/officeDocument/2006/relationships/slideLayout" Target="../slideLayouts/slideLayout_80000009_45BBB4BE.xml"/><Relationship Id="rId14" Type="http://schemas.openxmlformats.org/officeDocument/2006/relationships/slideLayout" Target="../slideLayouts/slideLayout_8000001A_39F7B2DC.xml"/><Relationship Id="rId22" Type="http://schemas.openxmlformats.org/officeDocument/2006/relationships/slideLayout" Target="../slideLayouts/slideLayout_80000022_FCBC4957.xml"/><Relationship Id="rId27" Type="http://schemas.openxmlformats.org/officeDocument/2006/relationships/slideLayout" Target="../slideLayouts/slideLayout_80000027_D70ED8C0.xml"/><Relationship Id="rId30" Type="http://schemas.openxmlformats.org/officeDocument/2006/relationships/slideLayout" Target="../slideLayouts/slideLayout_8000002A_E497A20C.xml"/><Relationship Id="rId35" Type="http://schemas.openxmlformats.org/officeDocument/2006/relationships/slideLayout" Target="../slideLayouts/slideLayout_8000002F_42275862.xml"/><Relationship Id="rId43" Type="http://schemas.openxmlformats.org/officeDocument/2006/relationships/slideLayout" Target="../slideLayouts/slideLayout_80000037_B7856769.xml"/><Relationship Id="rId48" Type="http://schemas.openxmlformats.org/officeDocument/2006/relationships/slideLayout" Target="../slideLayouts/slideLayout_8000003C_FF75B9EB.xml"/><Relationship Id="rId8" Type="http://schemas.openxmlformats.org/officeDocument/2006/relationships/slideLayout" Target="../slideLayouts/slideLayout_80000008_1EF99C88.xml"/><Relationship Id="rId51" Type="http://schemas.openxmlformats.org/officeDocument/2006/relationships/theme" Target="../theme/theme_80000000_163CE6E3.xml"/><Relationship Id="rId3" Type="http://schemas.openxmlformats.org/officeDocument/2006/relationships/slideLayout" Target="../slideLayouts/slideLayout_80000003_C92FF1E0.xml"/><Relationship Id="rId12" Type="http://schemas.openxmlformats.org/officeDocument/2006/relationships/slideLayout" Target="../slideLayouts/slideLayout_80000018_37C68648.xml"/><Relationship Id="rId17" Type="http://schemas.openxmlformats.org/officeDocument/2006/relationships/slideLayout" Target="../slideLayouts/slideLayout_8000001D_A088A89F.xml"/><Relationship Id="rId25" Type="http://schemas.openxmlformats.org/officeDocument/2006/relationships/slideLayout" Target="../slideLayouts/slideLayout_80000025_787248DF.xml"/><Relationship Id="rId33" Type="http://schemas.openxmlformats.org/officeDocument/2006/relationships/slideLayout" Target="../slideLayouts/slideLayout_8000002D_43C9AB76.xml"/><Relationship Id="rId38" Type="http://schemas.openxmlformats.org/officeDocument/2006/relationships/slideLayout" Target="../slideLayouts/slideLayout_80000032_948F729B.xml"/><Relationship Id="rId46" Type="http://schemas.openxmlformats.org/officeDocument/2006/relationships/slideLayout" Target="../slideLayouts/slideLayout_8000003A_1B512FA6.xml"/><Relationship Id="rId20" Type="http://schemas.openxmlformats.org/officeDocument/2006/relationships/slideLayout" Target="../slideLayouts/slideLayout_80000020_81F56E31.xml"/><Relationship Id="rId41" Type="http://schemas.openxmlformats.org/officeDocument/2006/relationships/slideLayout" Target="../slideLayouts/slideLayout_80000035_46578F6C.xml"/><Relationship Id="rId1" Type="http://schemas.openxmlformats.org/officeDocument/2006/relationships/slideLayout" Target="../slideLayouts/slideLayout_80000001_7C834367.xml"/><Relationship Id="rId6" Type="http://schemas.openxmlformats.org/officeDocument/2006/relationships/slideLayout" Target="../slideLayouts/slideLayout_80000006_3A557F7F.xml"/></Relationships>
</file>

<file path=ppt/slideMasters/slideMaster_80000000_163CE6E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02920"/>
            <a:ext cx="10954512" cy="1197864"/>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8" y="1801368"/>
            <a:ext cx="10954512" cy="448056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612648" y="6318504"/>
            <a:ext cx="4096512" cy="365760"/>
          </a:xfrm>
          <a:prstGeom prst="rect">
            <a:avLst/>
          </a:prstGeom>
        </p:spPr>
        <p:txBody>
          <a:bodyPr vert="horz" lIns="91440" tIns="45720" rIns="91440" bIns="45720" rtlCol="0" anchor="ctr"/>
          <a:lstStyle>
            <a:lvl1pPr algn="l">
              <a:defRPr sz="850">
                <a:solidFill>
                  <a:schemeClr val="tx1"/>
                </a:solidFill>
              </a:defRPr>
            </a:lvl1pPr>
          </a:lstStyle>
          <a:p>
            <a:endParaRPr lang="en-US"/>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8430768" y="6318504"/>
            <a:ext cx="3136392" cy="365760"/>
          </a:xfrm>
          <a:prstGeom prst="rect">
            <a:avLst/>
          </a:prstGeom>
        </p:spPr>
        <p:txBody>
          <a:bodyPr vert="horz" lIns="91440" tIns="45720" rIns="91440" bIns="45720" rtlCol="0" anchor="ctr"/>
          <a:lstStyle>
            <a:lvl1pPr algn="r">
              <a:defRPr sz="850">
                <a:solidFill>
                  <a:schemeClr val="tx1"/>
                </a:solidFill>
              </a:defRPr>
            </a:lvl1pPr>
          </a:lstStyle>
          <a:p>
            <a:fld id="{3AEEF7F6-ECFE-4473-B3E9-C91BE833927A}" type="datetimeFigureOut">
              <a:rPr lang="en-US" smtClean="0"/>
              <a:t/>
            </a:fld>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484864" y="6318504"/>
            <a:ext cx="493776" cy="365760"/>
          </a:xfrm>
          <a:prstGeom prst="rect">
            <a:avLst/>
          </a:prstGeom>
        </p:spPr>
        <p:txBody>
          <a:bodyPr vert="horz" lIns="91440" tIns="45720" rIns="91440" bIns="45720" rtlCol="0" anchor="ctr"/>
          <a:lstStyle>
            <a:lvl1pPr algn="r">
              <a:defRPr sz="850">
                <a:solidFill>
                  <a:schemeClr val="tx1"/>
                </a:solidFill>
              </a:defRPr>
            </a:lvl1pPr>
          </a:lstStyle>
          <a:p>
            <a:fld id="{5DAD859A-2C66-45B9-9A71-3CF205EC2D4A}" type="slidenum">
              <a:rPr lang="en-US" smtClean="0"/>
              <a:t/>
            </a:fld>
            <a:endParaRPr lang="en-US"/>
          </a:p>
        </p:txBody>
      </p:sp>
    </p:spTree>
    <p:extLst>
      <p:ext uri="{BB962C8B-B14F-4D97-AF65-F5344CB8AC3E}">
        <p14:creationId xmlns:p14="http://schemas.microsoft.com/office/powerpoint/2010/main" val="3730900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Lst>
  <p:txStyles>
    <p:titleStyle>
      <a:lvl1pPr algn="l" defTabSz="914400" rtl="0" eaLnBrk="1" latinLnBrk="0" hangingPunct="1">
        <a:lnSpc>
          <a:spcPct val="90000"/>
        </a:lnSpc>
        <a:spcBef>
          <a:spcPct val="0"/>
        </a:spcBef>
        <a:buNone/>
        <a:defRPr sz="2800" b="0"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_A0A_5C4636F2.xml.rels><?xml version="1.0" encoding="UTF-8" standalone="yes"?>
<Relationships xmlns="http://schemas.openxmlformats.org/package/2006/relationships"><Relationship Id="rId3" Type="http://schemas.openxmlformats.org/officeDocument/2006/relationships/image" Target="../media/image_574B1497.jpeg"/><Relationship Id="rId2" Type="http://schemas.openxmlformats.org/officeDocument/2006/relationships/notesSlide" Target="../notesSlides/notesSlide_A0A_5C4636F2.xml"/><Relationship Id="rId1" Type="http://schemas.openxmlformats.org/officeDocument/2006/relationships/slideLayout" Target="../slideLayouts/slideLayout_8000002C_6AB7D8A2.xml"/></Relationships>
</file>

<file path=ppt/slides/_rels/slide_A0B_492A9233.xml.rels><?xml version="1.0" encoding="UTF-8" standalone="yes"?>
<Relationships xmlns="http://schemas.openxmlformats.org/package/2006/relationships"><Relationship Id="rId3" Type="http://schemas.openxmlformats.org/officeDocument/2006/relationships/image" Target="../media/image_FFDF95EA.jpeg"/><Relationship Id="rId2" Type="http://schemas.openxmlformats.org/officeDocument/2006/relationships/notesSlide" Target="../notesSlides/notesSlide_A0B_492A9233.xml"/><Relationship Id="rId1" Type="http://schemas.openxmlformats.org/officeDocument/2006/relationships/slideLayout" Target="../slideLayouts/slideLayout_80000026_C8D30738.xml"/></Relationships>
</file>

<file path=ppt/slides/_rels/slide_A0C_2FF39475.xml.rels><?xml version="1.0" encoding="UTF-8" standalone="yes"?>
<Relationships xmlns="http://schemas.openxmlformats.org/package/2006/relationships"><Relationship Id="rId3" Type="http://schemas.openxmlformats.org/officeDocument/2006/relationships/image" Target="../media/image_9583A156.jpeg"/><Relationship Id="rId2" Type="http://schemas.openxmlformats.org/officeDocument/2006/relationships/notesSlide" Target="../notesSlides/notesSlide_A0C_2FF39475.xml"/><Relationship Id="rId1" Type="http://schemas.openxmlformats.org/officeDocument/2006/relationships/slideLayout" Target="../slideLayouts/slideLayout_8000002C_6AB7D8A2.xml"/></Relationships>
</file>

<file path=ppt/slides/_rels/slide_A01_240E0A68.xml.rels><?xml version="1.0" encoding="UTF-8" standalone="yes"?>
<Relationships xmlns="http://schemas.openxmlformats.org/package/2006/relationships"><Relationship Id="rId2" Type="http://schemas.openxmlformats.org/officeDocument/2006/relationships/notesSlide" Target="../notesSlides/notesSlide_A01_240E0A68.xml"/><Relationship Id="rId1" Type="http://schemas.openxmlformats.org/officeDocument/2006/relationships/slideLayout" Target="../slideLayouts/slideLayout_80000006_3A557F7F.xml"/></Relationships>
</file>

<file path=ppt/slides/_rels/slide_A02_AB6709DF.xml.rels><?xml version="1.0" encoding="UTF-8" standalone="yes"?>
<Relationships xmlns="http://schemas.openxmlformats.org/package/2006/relationships"><Relationship Id="rId2" Type="http://schemas.openxmlformats.org/officeDocument/2006/relationships/notesSlide" Target="../notesSlides/notesSlide_A02_AB6709DF.xml"/><Relationship Id="rId1" Type="http://schemas.openxmlformats.org/officeDocument/2006/relationships/slideLayout" Target="../slideLayouts/slideLayout_80000008_1EF99C88.xml"/></Relationships>
</file>

<file path=ppt/slides/_rels/slide_A03_9664B231.xml.rels><?xml version="1.0" encoding="UTF-8" standalone="yes"?>
<Relationships xmlns="http://schemas.openxmlformats.org/package/2006/relationships"><Relationship Id="rId3" Type="http://schemas.openxmlformats.org/officeDocument/2006/relationships/image" Target="../media/image_5F8354BF.jpeg"/><Relationship Id="rId2" Type="http://schemas.openxmlformats.org/officeDocument/2006/relationships/notesSlide" Target="../notesSlides/notesSlide_A03_9664B231.xml"/><Relationship Id="rId1" Type="http://schemas.openxmlformats.org/officeDocument/2006/relationships/slideLayout" Target="../slideLayouts/slideLayout_8000002C_6AB7D8A2.xml"/></Relationships>
</file>

<file path=ppt/slides/_rels/slide_A04_3A4F700E.xml.rels><?xml version="1.0" encoding="UTF-8" standalone="yes"?>
<Relationships xmlns="http://schemas.openxmlformats.org/package/2006/relationships"><Relationship Id="rId3" Type="http://schemas.openxmlformats.org/officeDocument/2006/relationships/image" Target="../media/image_E0D596BE.jpeg"/><Relationship Id="rId2" Type="http://schemas.openxmlformats.org/officeDocument/2006/relationships/notesSlide" Target="../notesSlides/notesSlide_A04_3A4F700E.xml"/><Relationship Id="rId1" Type="http://schemas.openxmlformats.org/officeDocument/2006/relationships/slideLayout" Target="../slideLayouts/slideLayout_8000002C_6AB7D8A2.xml"/></Relationships>
</file>

<file path=ppt/slides/_rels/slide_A05_EA8BD08C.xml.rels><?xml version="1.0" encoding="UTF-8" standalone="yes"?>
<Relationships xmlns="http://schemas.openxmlformats.org/package/2006/relationships"><Relationship Id="rId3" Type="http://schemas.openxmlformats.org/officeDocument/2006/relationships/image" Target="../media/image_F4785EF2.jpeg"/><Relationship Id="rId2" Type="http://schemas.openxmlformats.org/officeDocument/2006/relationships/notesSlide" Target="../notesSlides/notesSlide_A05_EA8BD08C.xml"/><Relationship Id="rId1" Type="http://schemas.openxmlformats.org/officeDocument/2006/relationships/slideLayout" Target="../slideLayouts/slideLayout_8000002C_6AB7D8A2.xml"/></Relationships>
</file>

<file path=ppt/slides/_rels/slide_A06_3F47D5DE.xml.rels><?xml version="1.0" encoding="UTF-8" standalone="yes"?>
<Relationships xmlns="http://schemas.openxmlformats.org/package/2006/relationships"><Relationship Id="rId3" Type="http://schemas.openxmlformats.org/officeDocument/2006/relationships/image" Target="../media/image_2C190CCE.jpeg"/><Relationship Id="rId2" Type="http://schemas.openxmlformats.org/officeDocument/2006/relationships/notesSlide" Target="../notesSlides/notesSlide_A06_3F47D5DE.xml"/><Relationship Id="rId1" Type="http://schemas.openxmlformats.org/officeDocument/2006/relationships/slideLayout" Target="../slideLayouts/slideLayout_8000002C_6AB7D8A2.xml"/></Relationships>
</file>

<file path=ppt/slides/_rels/slide_A07_F6BE6245.xml.rels><?xml version="1.0" encoding="UTF-8" standalone="yes"?>
<Relationships xmlns="http://schemas.openxmlformats.org/package/2006/relationships"><Relationship Id="rId3" Type="http://schemas.openxmlformats.org/officeDocument/2006/relationships/image" Target="../media/image_8CC770EB.jpeg"/><Relationship Id="rId2" Type="http://schemas.openxmlformats.org/officeDocument/2006/relationships/notesSlide" Target="../notesSlides/notesSlide_A07_F6BE6245.xml"/><Relationship Id="rId1" Type="http://schemas.openxmlformats.org/officeDocument/2006/relationships/slideLayout" Target="../slideLayouts/slideLayout_8000002C_6AB7D8A2.xml"/></Relationships>
</file>

<file path=ppt/slides/_rels/slide_A08_29E999BF.xml.rels><?xml version="1.0" encoding="UTF-8" standalone="yes"?>
<Relationships xmlns="http://schemas.openxmlformats.org/package/2006/relationships"><Relationship Id="rId3" Type="http://schemas.openxmlformats.org/officeDocument/2006/relationships/image" Target="../media/image_C83F324.jpeg"/><Relationship Id="rId2" Type="http://schemas.openxmlformats.org/officeDocument/2006/relationships/notesSlide" Target="../notesSlides/notesSlide_A08_29E999BF.xml"/><Relationship Id="rId1" Type="http://schemas.openxmlformats.org/officeDocument/2006/relationships/slideLayout" Target="../slideLayouts/slideLayout_8000002C_6AB7D8A2.xml"/></Relationships>
</file>

<file path=ppt/slides/_rels/slide_A09_C90A9A7.xml.rels><?xml version="1.0" encoding="UTF-8" standalone="yes"?>
<Relationships xmlns="http://schemas.openxmlformats.org/package/2006/relationships"><Relationship Id="rId3" Type="http://schemas.openxmlformats.org/officeDocument/2006/relationships/image" Target="../media/image_76C0FF0C.jpeg"/><Relationship Id="rId2" Type="http://schemas.openxmlformats.org/officeDocument/2006/relationships/notesSlide" Target="../notesSlides/notesSlide_A09_C90A9A7.xml"/><Relationship Id="rId1" Type="http://schemas.openxmlformats.org/officeDocument/2006/relationships/slideLayout" Target="../slideLayouts/slideLayout_8000002C_6AB7D8A2.xml"/></Relationships>
</file>

<file path=ppt/slides/slide_A0A_5C4636F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E3F1DC-EA60-327B-1F0F-317F5A298744}"/>
              </a:ext>
            </a:extLst>
          </p:cNvPr>
          <p:cNvSpPr>
            <a:spLocks noGrp="1"/>
          </p:cNvSpPr>
          <p:nvPr>
            <p:ph type="title"/>
          </p:nvPr>
        </p:nvSpPr>
        <p:spPr>
          <a:xfrm>
            <a:off x="612648" y="502920"/>
            <a:ext cx="4669536" cy="1453896"/>
          </a:xfrm>
        </p:spPr>
        <p:txBody>
          <a:bodyPr anchor="t">
            <a:normAutofit/>
          </a:bodyPr>
          <a:lstStyle/>
          <a:p>
            <a:r>
              <a:rPr lang="en-US"/>
              <a:t>Cloud &amp; DevOps Strategy</a:t>
            </a:r>
          </a:p>
        </p:txBody>
      </p:sp>
      <p:pic>
        <p:nvPicPr>
          <p:cNvPr id="5" name="Content Placeholder 4" descr="Cloud Computing Concept">
            <a:extLst>
              <a:ext uri="{FF2B5EF4-FFF2-40B4-BE49-F238E27FC236}">
                <a16:creationId xmlns:a16="http://schemas.microsoft.com/office/drawing/2014/main" id="{FFBDD944-D28C-49E5-A8E1-A24341E7A1EE}"/>
              </a:ext>
            </a:extLst>
          </p:cNvPr>
          <p:cNvPicPr>
            <a:picLocks noGrp="1" noChangeAspect="1"/>
          </p:cNvPicPr>
          <p:nvPr>
            <p:ph type="pic" sz="quarter" idx="15"/>
          </p:nvPr>
        </p:nvPicPr>
        <p:blipFill>
          <a:blip r:embed="rId3"/>
          <a:srcRect l="3450" r="9530" b="-2"/>
          <a:stretch>
            <a:fillRect/>
          </a:stretch>
        </p:blipFill>
        <p:spPr>
          <a:xfrm>
            <a:off x="612648" y="2293938"/>
            <a:ext cx="4669536" cy="4024566"/>
          </a:xfrm>
        </p:spPr>
      </p:pic>
      <p:sp>
        <p:nvSpPr>
          <p:cNvPr id="4" name="Content Placeholder 3">
            <a:extLst>
              <a:ext uri="{FF2B5EF4-FFF2-40B4-BE49-F238E27FC236}">
                <a16:creationId xmlns:a16="http://schemas.microsoft.com/office/drawing/2014/main" id="{6D87B436-F50E-51C2-73D0-FF97A54E9216}"/>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0" y="502919"/>
            <a:ext cx="5471160" cy="5815585"/>
          </a:xfrm>
        </p:spPr>
        <p:txBody>
          <a:bodyPr>
            <a:normAutofit/>
          </a:bodyPr>
          <a:lstStyle/>
          <a:p>
            <a:pPr marL="0" indent="0">
              <a:spcBef>
                <a:spcPts val="2500"/>
              </a:spcBef>
              <a:buFont typeface="Arial" panose="020B0604020202020204" pitchFamily="34" charset="0"/>
              <a:buNone/>
            </a:pPr>
            <a:r>
              <a:rPr lang="en-US" b="1"/>
              <a:t>Containerization with Docker</a:t>
            </a:r>
          </a:p>
          <a:p>
            <a:pPr marL="0" lvl="1" indent="0">
              <a:buFont typeface="Arial" panose="020B0604020202020204" pitchFamily="34" charset="0"/>
              <a:buNone/>
            </a:pPr>
            <a:r>
              <a:rPr lang="en-US"/>
              <a:t>The platform uses Docker to ensure consistent application behavior across development, testing, and production environments.</a:t>
            </a:r>
          </a:p>
          <a:p>
            <a:pPr marL="0" indent="0">
              <a:spcBef>
                <a:spcPts val="2500"/>
              </a:spcBef>
              <a:buFont typeface="Arial" panose="020B0604020202020204" pitchFamily="34" charset="0"/>
              <a:buNone/>
            </a:pPr>
            <a:r>
              <a:rPr lang="en-US" b="1"/>
              <a:t>CI/CD Automation</a:t>
            </a:r>
          </a:p>
          <a:p>
            <a:pPr marL="0" lvl="1" indent="0">
              <a:buFont typeface="Arial" panose="020B0604020202020204" pitchFamily="34" charset="0"/>
              <a:buNone/>
            </a:pPr>
            <a:r>
              <a:rPr lang="en-US"/>
              <a:t>GitHub Actions enable automated building, testing, and deployment, reducing errors and speeding delivery cycles.</a:t>
            </a:r>
          </a:p>
          <a:p>
            <a:pPr marL="0" indent="0">
              <a:spcBef>
                <a:spcPts val="2500"/>
              </a:spcBef>
              <a:buFont typeface="Arial" panose="020B0604020202020204" pitchFamily="34" charset="0"/>
              <a:buNone/>
            </a:pPr>
            <a:r>
              <a:rPr lang="en-US" b="1"/>
              <a:t>Cloud Hosting on Azure</a:t>
            </a:r>
          </a:p>
          <a:p>
            <a:pPr marL="0" lvl="1" indent="0">
              <a:buFont typeface="Arial" panose="020B0604020202020204" pitchFamily="34" charset="0"/>
              <a:buNone/>
            </a:pPr>
            <a:r>
              <a:rPr lang="en-US"/>
              <a:t>The application is hosted on Azure App Services, offering scalability, high availability, and managed infrastructure.</a:t>
            </a:r>
          </a:p>
          <a:p>
            <a:pPr marL="0" indent="0">
              <a:spcBef>
                <a:spcPts val="2500"/>
              </a:spcBef>
              <a:buFont typeface="Arial" panose="020B0604020202020204" pitchFamily="34" charset="0"/>
              <a:buNone/>
            </a:pPr>
            <a:r>
              <a:rPr lang="en-US" b="1"/>
              <a:t>Benefits of Cloud &amp; DevOps</a:t>
            </a:r>
          </a:p>
          <a:p>
            <a:pPr marL="0" lvl="1" indent="0">
              <a:buFont typeface="Arial" panose="020B0604020202020204" pitchFamily="34" charset="0"/>
              <a:buNone/>
            </a:pPr>
            <a:r>
              <a:rPr lang="en-US"/>
              <a:t>Adopting cloud and DevOps practices supports rapid iteration, easier maintenance, and scalable platform growth.</a:t>
            </a:r>
          </a:p>
        </p:txBody>
      </p:sp>
    </p:spTree>
    <p:extLst>
      <p:ext uri="{BB962C8B-B14F-4D97-AF65-F5344CB8AC3E}">
        <p14:creationId xmlns:p14="http://schemas.microsoft.com/office/powerpoint/2010/main" val="154810545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_A0B_492A9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FD0045-E5B4-2C14-FDB8-63FDD98BCAD9}"/>
              </a:ext>
            </a:extLst>
          </p:cNvPr>
          <p:cNvSpPr>
            <a:spLocks noGrp="1"/>
          </p:cNvSpPr>
          <p:nvPr>
            <p:ph type="title"/>
          </p:nvPr>
        </p:nvSpPr>
        <p:spPr>
          <a:xfrm>
            <a:off x="8165592" y="502920"/>
            <a:ext cx="3401568" cy="1444752"/>
          </a:xfrm>
        </p:spPr>
        <p:txBody>
          <a:bodyPr anchor="b">
            <a:normAutofit/>
          </a:bodyPr>
          <a:lstStyle/>
          <a:p>
            <a:r>
              <a:rPr lang="en-US"/>
              <a:t>AI &amp; Modernization</a:t>
            </a:r>
          </a:p>
        </p:txBody>
      </p:sp>
      <p:pic>
        <p:nvPicPr>
          <p:cNvPr id="5" name="Content Placeholder 4" descr="Business Communication silhouettes">
            <a:extLst>
              <a:ext uri="{FF2B5EF4-FFF2-40B4-BE49-F238E27FC236}">
                <a16:creationId xmlns:a16="http://schemas.microsoft.com/office/drawing/2014/main" id="{F844C2B6-3454-4170-9663-C36595B7F6CB}"/>
              </a:ext>
            </a:extLst>
          </p:cNvPr>
          <p:cNvPicPr>
            <a:picLocks noGrp="1" noChangeAspect="1"/>
          </p:cNvPicPr>
          <p:nvPr>
            <p:ph type="pic" sz="quarter" idx="15"/>
          </p:nvPr>
        </p:nvPicPr>
        <p:blipFill>
          <a:blip r:embed="rId3"/>
          <a:srcRect l="20489" r="18836"/>
          <a:stretch>
            <a:fillRect/>
          </a:stretch>
        </p:blipFill>
        <p:spPr>
          <a:xfrm>
            <a:off x="115866" y="-1"/>
            <a:ext cx="7397496" cy="6857999"/>
          </a:xfrm>
        </p:spPr>
      </p:pic>
      <p:sp>
        <p:nvSpPr>
          <p:cNvPr id="4" name="Content Placeholder 3">
            <a:extLst>
              <a:ext uri="{FF2B5EF4-FFF2-40B4-BE49-F238E27FC236}">
                <a16:creationId xmlns:a16="http://schemas.microsoft.com/office/drawing/2014/main" id="{68C8B210-FB52-49A1-8722-B31F3FC3128C}"/>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8165592" y="2084832"/>
            <a:ext cx="3401568" cy="4169664"/>
          </a:xfrm>
        </p:spPr>
        <p:txBody>
          <a:bodyPr>
            <a:normAutofit/>
          </a:bodyPr>
          <a:lstStyle/>
          <a:p>
            <a:pPr marL="0" indent="0">
              <a:lnSpc>
                <a:spcPct val="110000"/>
              </a:lnSpc>
              <a:spcBef>
                <a:spcPts val="2500"/>
              </a:spcBef>
              <a:buFont typeface="Arial" panose="020B0604020202020204" pitchFamily="34" charset="0"/>
              <a:buNone/>
            </a:pPr>
            <a:r>
              <a:rPr lang="en-US" b="1"/>
              <a:t>AI-assisted Development</a:t>
            </a:r>
          </a:p>
          <a:p>
            <a:pPr marL="0" lvl="1" indent="0">
              <a:lnSpc>
                <a:spcPct val="110000"/>
              </a:lnSpc>
              <a:buFont typeface="Arial" panose="020B0604020202020204" pitchFamily="34" charset="0"/>
              <a:buNone/>
            </a:pPr>
            <a:r>
              <a:rPr lang="en-US"/>
              <a:t>GitHub Copilot enhances developer productivity through code generation, refactoring, and documentation assistance.</a:t>
            </a:r>
          </a:p>
          <a:p>
            <a:pPr marL="0" indent="0">
              <a:lnSpc>
                <a:spcPct val="110000"/>
              </a:lnSpc>
              <a:spcBef>
                <a:spcPts val="2500"/>
              </a:spcBef>
              <a:buFont typeface="Arial" panose="020B0604020202020204" pitchFamily="34" charset="0"/>
              <a:buNone/>
            </a:pPr>
            <a:r>
              <a:rPr lang="en-US" b="1"/>
              <a:t>Future AI Integration</a:t>
            </a:r>
          </a:p>
          <a:p>
            <a:pPr marL="0" lvl="1" indent="0">
              <a:lnSpc>
                <a:spcPct val="110000"/>
              </a:lnSpc>
              <a:buFont typeface="Arial" panose="020B0604020202020204" pitchFamily="34" charset="0"/>
              <a:buNone/>
            </a:pPr>
            <a:r>
              <a:rPr lang="en-US"/>
              <a:t>Proposed AI agent endpoint aims to summarize clinical notes to reduce documentation burden for clinicians.</a:t>
            </a:r>
          </a:p>
          <a:p>
            <a:pPr marL="0" indent="0">
              <a:lnSpc>
                <a:spcPct val="110000"/>
              </a:lnSpc>
              <a:spcBef>
                <a:spcPts val="2500"/>
              </a:spcBef>
              <a:buFont typeface="Arial" panose="020B0604020202020204" pitchFamily="34" charset="0"/>
              <a:buNone/>
            </a:pPr>
            <a:r>
              <a:rPr lang="en-US" b="1"/>
              <a:t>Innovation and Stability</a:t>
            </a:r>
          </a:p>
          <a:p>
            <a:pPr marL="0" lvl="1" indent="0">
              <a:lnSpc>
                <a:spcPct val="110000"/>
              </a:lnSpc>
              <a:buFont typeface="Arial" panose="020B0604020202020204" pitchFamily="34" charset="0"/>
              <a:buNone/>
            </a:pPr>
            <a:r>
              <a:rPr lang="en-US"/>
              <a:t>The project balances cutting-edge AI advancements with maintaining system stability and reliability.</a:t>
            </a:r>
          </a:p>
        </p:txBody>
      </p:sp>
    </p:spTree>
    <p:extLst>
      <p:ext uri="{BB962C8B-B14F-4D97-AF65-F5344CB8AC3E}">
        <p14:creationId xmlns:p14="http://schemas.microsoft.com/office/powerpoint/2010/main" val="122752670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_A0C_2FF394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D38CEE-FA63-97A3-330D-4094152E9A51}"/>
              </a:ext>
            </a:extLst>
          </p:cNvPr>
          <p:cNvSpPr>
            <a:spLocks noGrp="1"/>
          </p:cNvSpPr>
          <p:nvPr>
            <p:ph type="title"/>
          </p:nvPr>
        </p:nvSpPr>
        <p:spPr>
          <a:xfrm>
            <a:off x="612648" y="502920"/>
            <a:ext cx="4669536" cy="1453896"/>
          </a:xfrm>
        </p:spPr>
        <p:txBody>
          <a:bodyPr anchor="t">
            <a:normAutofit/>
          </a:bodyPr>
          <a:lstStyle/>
          <a:p>
            <a:r>
              <a:rPr lang="en-US"/>
              <a:t>Q &amp; A</a:t>
            </a:r>
          </a:p>
        </p:txBody>
      </p:sp>
      <p:pic>
        <p:nvPicPr>
          <p:cNvPr id="5" name="Content Placeholder 4" descr="People in a classroom">
            <a:extLst>
              <a:ext uri="{FF2B5EF4-FFF2-40B4-BE49-F238E27FC236}">
                <a16:creationId xmlns:a16="http://schemas.microsoft.com/office/drawing/2014/main" id="{7FF94509-E528-42FD-92B0-6EA05CB3415D}"/>
              </a:ext>
            </a:extLst>
          </p:cNvPr>
          <p:cNvPicPr>
            <a:picLocks noGrp="1" noChangeAspect="1"/>
          </p:cNvPicPr>
          <p:nvPr>
            <p:ph type="pic" sz="quarter" idx="15"/>
          </p:nvPr>
        </p:nvPicPr>
        <p:blipFill>
          <a:blip r:embed="rId3"/>
          <a:srcRect l="11742" r="10809" b="-2"/>
          <a:stretch>
            <a:fillRect/>
          </a:stretch>
        </p:blipFill>
        <p:spPr>
          <a:xfrm>
            <a:off x="612648" y="2293938"/>
            <a:ext cx="4669536" cy="4024566"/>
          </a:xfrm>
        </p:spPr>
      </p:pic>
      <p:sp>
        <p:nvSpPr>
          <p:cNvPr id="4" name="Content Placeholder 3">
            <a:extLst>
              <a:ext uri="{FF2B5EF4-FFF2-40B4-BE49-F238E27FC236}">
                <a16:creationId xmlns:a16="http://schemas.microsoft.com/office/drawing/2014/main" id="{3B3C8EF7-2790-D87E-1BD9-44D155BC08DB}"/>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0" y="502919"/>
            <a:ext cx="5471160" cy="5815585"/>
          </a:xfrm>
        </p:spPr>
        <p:txBody>
          <a:bodyPr>
            <a:normAutofit/>
          </a:bodyPr>
          <a:lstStyle/>
          <a:p>
            <a:pPr marL="0" indent="0">
              <a:spcBef>
                <a:spcPts val="2500"/>
              </a:spcBef>
              <a:buFont typeface="Arial" panose="020B0604020202020204" pitchFamily="34" charset="0"/>
              <a:buNone/>
            </a:pPr>
            <a:r>
              <a:rPr lang="en-US" b="1"/>
              <a:t>Engaging Audience Interaction</a:t>
            </a:r>
          </a:p>
          <a:p>
            <a:pPr marL="0" lvl="1" indent="0">
              <a:buFont typeface="Arial" panose="020B0604020202020204" pitchFamily="34" charset="0"/>
              <a:buNone/>
            </a:pPr>
            <a:r>
              <a:rPr lang="en-US"/>
              <a:t>Q&amp;A sessions encourage audience feedback and clarifications, fostering active engagement and meaningful dialogue.</a:t>
            </a:r>
          </a:p>
          <a:p>
            <a:pPr marL="0" indent="0">
              <a:spcBef>
                <a:spcPts val="2500"/>
              </a:spcBef>
              <a:buFont typeface="Arial" panose="020B0604020202020204" pitchFamily="34" charset="0"/>
              <a:buNone/>
            </a:pPr>
            <a:r>
              <a:rPr lang="en-US" b="1"/>
              <a:t>Reinforcing Design Decisions</a:t>
            </a:r>
          </a:p>
          <a:p>
            <a:pPr marL="0" lvl="1" indent="0">
              <a:buFont typeface="Arial" panose="020B0604020202020204" pitchFamily="34" charset="0"/>
              <a:buNone/>
            </a:pPr>
            <a:r>
              <a:rPr lang="en-US"/>
              <a:t>The session provides a chance to explain design trade-offs and demonstrate deep understanding of healthcare and software principles.</a:t>
            </a:r>
          </a:p>
          <a:p>
            <a:pPr marL="0" indent="0">
              <a:spcBef>
                <a:spcPts val="2500"/>
              </a:spcBef>
              <a:buFont typeface="Arial" panose="020B0604020202020204" pitchFamily="34" charset="0"/>
              <a:buNone/>
            </a:pPr>
            <a:r>
              <a:rPr lang="en-US" b="1"/>
              <a:t>Exploring Future Possibilities</a:t>
            </a:r>
          </a:p>
          <a:p>
            <a:pPr marL="0" lvl="1" indent="0">
              <a:buFont typeface="Arial" panose="020B0604020202020204" pitchFamily="34" charset="0"/>
              <a:buNone/>
            </a:pPr>
            <a:r>
              <a:rPr lang="en-US"/>
              <a:t>Stakeholders can discuss future topics such as system scaling, compliance, and AI-driven feature integration during Q&amp;A.</a:t>
            </a:r>
          </a:p>
          <a:p>
            <a:pPr marL="0" indent="0">
              <a:spcBef>
                <a:spcPts val="2500"/>
              </a:spcBef>
              <a:buFont typeface="Arial" panose="020B0604020202020204" pitchFamily="34" charset="0"/>
              <a:buNone/>
            </a:pPr>
            <a:r>
              <a:rPr lang="en-US" b="1"/>
              <a:t>Promoting Transparency and Collaboration</a:t>
            </a:r>
          </a:p>
          <a:p>
            <a:pPr marL="0" lvl="1" indent="0">
              <a:buFont typeface="Arial" panose="020B0604020202020204" pitchFamily="34" charset="0"/>
              <a:buNone/>
            </a:pPr>
            <a:r>
              <a:rPr lang="en-US"/>
              <a:t>Open discussions in Q&amp;A sessions reinforce transparency and collaboration essential in healthcare and software engineering.</a:t>
            </a:r>
          </a:p>
        </p:txBody>
      </p:sp>
    </p:spTree>
    <p:extLst>
      <p:ext uri="{BB962C8B-B14F-4D97-AF65-F5344CB8AC3E}">
        <p14:creationId xmlns:p14="http://schemas.microsoft.com/office/powerpoint/2010/main" val="80449240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_A01_240E0A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4C4AF2-0B6E-5E3F-4145-47CEA386561A}"/>
              </a:ext>
            </a:extLst>
          </p:cNvPr>
          <p:cNvSpPr>
            <a:spLocks noGrp="1"/>
          </p:cNvSpPr>
          <p:nvPr>
            <p:ph type="ctrTitle"/>
          </p:nvPr>
        </p:nvSpPr>
        <p:spPr>
          <a:xfrm>
            <a:off x="612648" y="429768"/>
            <a:ext cx="9336024" cy="3776472"/>
          </a:xfrm>
        </p:spPr>
        <p:txBody>
          <a:bodyPr anchor="b">
            <a:normAutofit/>
          </a:bodyPr>
          <a:lstStyle/>
          <a:p>
            <a:r>
              <a:rPr lang="en-US"/>
              <a:t>Healthcare Analytics Platform</a:t>
            </a:r>
          </a:p>
        </p:txBody>
      </p:sp>
      <p:sp>
        <p:nvSpPr>
          <p:cNvPr id="3" name="Subtitle 2">
            <a:extLst>
              <a:ext uri="{FF2B5EF4-FFF2-40B4-BE49-F238E27FC236}">
                <a16:creationId xmlns:a16="http://schemas.microsoft.com/office/drawing/2014/main" id="{CE575896-3153-008F-5634-5A4BDFE1D8E7}"/>
              </a:ext>
            </a:extLst>
          </p:cNvPr>
          <p:cNvSpPr>
            <a:spLocks noGrp="1"/>
          </p:cNvSpPr>
          <p:nvPr>
            <p:ph type="subTitle" idx="1"/>
          </p:nvPr>
        </p:nvSpPr>
        <p:spPr>
          <a:xfrm>
            <a:off x="612648" y="4663440"/>
            <a:ext cx="6903720" cy="1344168"/>
          </a:xfrm>
        </p:spPr>
        <p:txBody>
          <a:bodyPr anchor="t">
            <a:normAutofit/>
          </a:bodyPr>
          <a:lstStyle/>
          <a:p>
            <a:r>
              <a:rPr lang="en-US"/>
              <a:t>Data-driven insights transforming patient care delivery</a:t>
            </a:r>
          </a:p>
        </p:txBody>
      </p:sp>
    </p:spTree>
    <p:extLst>
      <p:ext uri="{BB962C8B-B14F-4D97-AF65-F5344CB8AC3E}">
        <p14:creationId xmlns:p14="http://schemas.microsoft.com/office/powerpoint/2010/main" val="6048999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par>
                                <p:cTn id="11" presetID="42" presetClass="entr" presetSubtype="0" fill="hold" grpId="1" nodeType="withEffect">
                                  <p:stCondLst>
                                    <p:cond delay="250"/>
                                  </p:stCondLst>
                                  <p:iterate type="lt">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250"/>
                                        <p:tgtEl>
                                          <p:spTgt spid="3"/>
                                        </p:tgtEl>
                                      </p:cBhvr>
                                    </p:animEffect>
                                    <p:anim calcmode="lin" valueType="num">
                                      <p:cBhvr>
                                        <p:cTn id="14" dur="250" fill="hold"/>
                                        <p:tgtEl>
                                          <p:spTgt spid="3"/>
                                        </p:tgtEl>
                                        <p:attrNameLst>
                                          <p:attrName>ppt_x</p:attrName>
                                        </p:attrNameLst>
                                      </p:cBhvr>
                                      <p:tavLst>
                                        <p:tav tm="0">
                                          <p:val>
                                            <p:strVal val="#ppt_x"/>
                                          </p:val>
                                        </p:tav>
                                        <p:tav tm="100000">
                                          <p:val>
                                            <p:strVal val="#ppt_x"/>
                                          </p:val>
                                        </p:tav>
                                      </p:tavLst>
                                    </p:anim>
                                    <p:anim calcmode="lin" valueType="num">
                                      <p:cBhvr>
                                        <p:cTn id="15"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_A02_AB6709DF.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E64084-D9CB-83DB-401C-8871D55C1D15}"/>
              </a:ext>
            </a:extLst>
          </p:cNvPr>
          <p:cNvSpPr>
            <a:spLocks noGrp="1"/>
          </p:cNvSpPr>
          <p:nvPr>
            <p:ph type="title"/>
          </p:nvPr>
        </p:nvSpPr>
        <p:spPr>
          <a:xfrm>
            <a:off x="612648" y="2093976"/>
            <a:ext cx="8229600" cy="4178808"/>
          </a:xfrm>
        </p:spPr>
        <p:txBody>
          <a:bodyPr anchor="b">
            <a:normAutofit/>
          </a:bodyPr>
          <a:lstStyle/>
          <a:p>
            <a:r>
              <a:rPr lang="en-US"/>
              <a:t>Healthcare Analytics Platform Overview</a:t>
            </a:r>
          </a:p>
        </p:txBody>
      </p:sp>
    </p:spTree>
    <p:extLst>
      <p:ext uri="{BB962C8B-B14F-4D97-AF65-F5344CB8AC3E}">
        <p14:creationId xmlns:p14="http://schemas.microsoft.com/office/powerpoint/2010/main" val="287565667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_A03_9664B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183C31-0052-F1A7-5E6B-FA64AA39AB83}"/>
              </a:ext>
            </a:extLst>
          </p:cNvPr>
          <p:cNvSpPr>
            <a:spLocks noGrp="1"/>
          </p:cNvSpPr>
          <p:nvPr>
            <p:ph type="title"/>
          </p:nvPr>
        </p:nvSpPr>
        <p:spPr>
          <a:xfrm>
            <a:off x="612648" y="502920"/>
            <a:ext cx="4669536" cy="1453896"/>
          </a:xfrm>
        </p:spPr>
        <p:txBody>
          <a:bodyPr anchor="t">
            <a:normAutofit/>
          </a:bodyPr>
          <a:lstStyle/>
          <a:p>
            <a:r>
              <a:rPr lang="en-US"/>
              <a:t>Title Slide – Healthcare Analytics Platform</a:t>
            </a:r>
          </a:p>
        </p:txBody>
      </p:sp>
      <p:pic>
        <p:nvPicPr>
          <p:cNvPr id="5" name="Content Placeholder 4" descr="Medical interface of the future, a system for managing medical data obtained by scanning and visualizing the neural network of the human brain. The medicine of the future should have all modern methods of diagnosis and therapy, as well as high-tech equipment.">
            <a:extLst>
              <a:ext uri="{FF2B5EF4-FFF2-40B4-BE49-F238E27FC236}">
                <a16:creationId xmlns:a16="http://schemas.microsoft.com/office/drawing/2014/main" id="{676D1196-3329-4371-A6D7-FEE128002109}"/>
              </a:ext>
            </a:extLst>
          </p:cNvPr>
          <p:cNvPicPr>
            <a:picLocks noGrp="1" noChangeAspect="1"/>
          </p:cNvPicPr>
          <p:nvPr>
            <p:ph type="pic" sz="quarter" idx="15"/>
          </p:nvPr>
        </p:nvPicPr>
        <p:blipFill>
          <a:blip r:embed="rId3"/>
          <a:srcRect l="20445" r="18352" b="1"/>
          <a:stretch>
            <a:fillRect/>
          </a:stretch>
        </p:blipFill>
        <p:spPr>
          <a:xfrm>
            <a:off x="612648" y="2293938"/>
            <a:ext cx="4669536" cy="4024566"/>
          </a:xfrm>
        </p:spPr>
      </p:pic>
      <p:sp>
        <p:nvSpPr>
          <p:cNvPr id="4" name="Content Placeholder 3">
            <a:extLst>
              <a:ext uri="{FF2B5EF4-FFF2-40B4-BE49-F238E27FC236}">
                <a16:creationId xmlns:a16="http://schemas.microsoft.com/office/drawing/2014/main" id="{6629D951-0143-1A2A-38B4-335229D5284B}"/>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0" y="502919"/>
            <a:ext cx="5471160" cy="5815585"/>
          </a:xfrm>
        </p:spPr>
        <p:txBody>
          <a:bodyPr>
            <a:normAutofit/>
          </a:bodyPr>
          <a:lstStyle/>
          <a:p>
            <a:pPr marL="0" indent="0">
              <a:spcBef>
                <a:spcPts val="2500"/>
              </a:spcBef>
              <a:buFont typeface="Arial" panose="020B0604020202020204" pitchFamily="34" charset="0"/>
              <a:buNone/>
            </a:pPr>
            <a:r>
              <a:rPr lang="en-US" b="1"/>
              <a:t>Modern Healthcare Solution</a:t>
            </a:r>
          </a:p>
          <a:p>
            <a:pPr marL="0" lvl="1" indent="0">
              <a:buFont typeface="Arial" panose="020B0604020202020204" pitchFamily="34" charset="0"/>
              <a:buNone/>
            </a:pPr>
            <a:r>
              <a:rPr lang="en-US"/>
              <a:t>The platform offers a modern approach to healthcare management focusing on data-driven decision-making and analytics.</a:t>
            </a:r>
          </a:p>
          <a:p>
            <a:pPr marL="0" indent="0">
              <a:spcBef>
                <a:spcPts val="2500"/>
              </a:spcBef>
              <a:buFont typeface="Arial" panose="020B0604020202020204" pitchFamily="34" charset="0"/>
              <a:buNone/>
            </a:pPr>
            <a:r>
              <a:rPr lang="en-US" b="1"/>
              <a:t>Regulatory Compliance</a:t>
            </a:r>
          </a:p>
          <a:p>
            <a:pPr marL="0" lvl="1" indent="0">
              <a:buFont typeface="Arial" panose="020B0604020202020204" pitchFamily="34" charset="0"/>
              <a:buNone/>
            </a:pPr>
            <a:r>
              <a:rPr lang="en-US"/>
              <a:t>Built with strict data privacy, security, and audit compliance to meet healthcare regulatory requirements.</a:t>
            </a:r>
          </a:p>
          <a:p>
            <a:pPr marL="0" indent="0">
              <a:spcBef>
                <a:spcPts val="2500"/>
              </a:spcBef>
              <a:buFont typeface="Arial" panose="020B0604020202020204" pitchFamily="34" charset="0"/>
              <a:buNone/>
            </a:pPr>
            <a:r>
              <a:rPr lang="en-US" b="1"/>
              <a:t>Operational Modernization</a:t>
            </a:r>
          </a:p>
          <a:p>
            <a:pPr marL="0" lvl="1" indent="0">
              <a:buFont typeface="Arial" panose="020B0604020202020204" pitchFamily="34" charset="0"/>
              <a:buNone/>
            </a:pPr>
            <a:r>
              <a:rPr lang="en-US"/>
              <a:t>Supports workflow modernization, reduces manual efforts, and improves patient outcomes through technology.</a:t>
            </a:r>
          </a:p>
          <a:p>
            <a:pPr marL="0" indent="0">
              <a:spcBef>
                <a:spcPts val="2500"/>
              </a:spcBef>
              <a:buFont typeface="Arial" panose="020B0604020202020204" pitchFamily="34" charset="0"/>
              <a:buNone/>
            </a:pPr>
            <a:r>
              <a:rPr lang="en-US" b="1"/>
              <a:t>Future-Ready Architecture</a:t>
            </a:r>
          </a:p>
          <a:p>
            <a:pPr marL="0" lvl="1" indent="0">
              <a:buFont typeface="Arial" panose="020B0604020202020204" pitchFamily="34" charset="0"/>
              <a:buNone/>
            </a:pPr>
            <a:r>
              <a:rPr lang="en-US"/>
              <a:t>Combines clean architecture, cloud practices, and secure APIs for efficient care delivery and operational excellence.</a:t>
            </a:r>
          </a:p>
        </p:txBody>
      </p:sp>
    </p:spTree>
    <p:extLst>
      <p:ext uri="{BB962C8B-B14F-4D97-AF65-F5344CB8AC3E}">
        <p14:creationId xmlns:p14="http://schemas.microsoft.com/office/powerpoint/2010/main" val="252318161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_A04_3A4F700E.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8E2540-6DC1-7B0D-0095-EF55964DAF1B}"/>
              </a:ext>
            </a:extLst>
          </p:cNvPr>
          <p:cNvSpPr>
            <a:spLocks noGrp="1"/>
          </p:cNvSpPr>
          <p:nvPr>
            <p:ph type="title"/>
          </p:nvPr>
        </p:nvSpPr>
        <p:spPr>
          <a:xfrm>
            <a:off x="612648" y="502920"/>
            <a:ext cx="4669536" cy="1453896"/>
          </a:xfrm>
        </p:spPr>
        <p:txBody>
          <a:bodyPr anchor="t">
            <a:normAutofit/>
          </a:bodyPr>
          <a:lstStyle/>
          <a:p>
            <a:r>
              <a:rPr lang="en-US"/>
              <a:t>Project Overview</a:t>
            </a:r>
          </a:p>
        </p:txBody>
      </p:sp>
      <p:pic>
        <p:nvPicPr>
          <p:cNvPr id="5" name="Content Placeholder 4" descr="Healthcare and medicine. Medicine doctor analysis and diagnosis, checking health of patient online and testing result with modern virtual interface on laptop, online medical global network">
            <a:extLst>
              <a:ext uri="{FF2B5EF4-FFF2-40B4-BE49-F238E27FC236}">
                <a16:creationId xmlns:a16="http://schemas.microsoft.com/office/drawing/2014/main" id="{0EAEF809-77C8-443E-8CEB-E2C1D8A02A32}"/>
              </a:ext>
            </a:extLst>
          </p:cNvPr>
          <p:cNvPicPr>
            <a:picLocks noGrp="1" noChangeAspect="1"/>
          </p:cNvPicPr>
          <p:nvPr>
            <p:ph type="pic" sz="quarter" idx="15"/>
          </p:nvPr>
        </p:nvPicPr>
        <p:blipFill>
          <a:blip r:embed="rId3"/>
          <a:srcRect l="18538" r="4013" b="-2"/>
          <a:stretch>
            <a:fillRect/>
          </a:stretch>
        </p:blipFill>
        <p:spPr>
          <a:xfrm>
            <a:off x="612648" y="2293938"/>
            <a:ext cx="4669536" cy="4024566"/>
          </a:xfrm>
        </p:spPr>
      </p:pic>
      <p:sp>
        <p:nvSpPr>
          <p:cNvPr id="4" name="Content Placeholder 3">
            <a:extLst>
              <a:ext uri="{FF2B5EF4-FFF2-40B4-BE49-F238E27FC236}">
                <a16:creationId xmlns:a16="http://schemas.microsoft.com/office/drawing/2014/main" id="{CF822256-F965-B1E6-4E5E-8DBFE55D5301}"/>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0" y="502919"/>
            <a:ext cx="5471160" cy="5815585"/>
          </a:xfrm>
        </p:spPr>
        <p:txBody>
          <a:bodyPr>
            <a:normAutofit/>
          </a:bodyPr>
          <a:lstStyle/>
          <a:p>
            <a:pPr marL="0" indent="0">
              <a:spcBef>
                <a:spcPts val="2500"/>
              </a:spcBef>
              <a:buFont typeface="Arial" panose="020B0604020202020204" pitchFamily="34" charset="0"/>
              <a:buNone/>
            </a:pPr>
            <a:r>
              <a:rPr lang="en-US" b="1"/>
              <a:t>Business Objectives</a:t>
            </a:r>
          </a:p>
          <a:p>
            <a:pPr marL="0" lvl="1" indent="0">
              <a:buFont typeface="Arial" panose="020B0604020202020204" pitchFamily="34" charset="0"/>
              <a:buNone/>
            </a:pPr>
            <a:r>
              <a:rPr lang="en-US"/>
              <a:t>The platform aims to enhance care delivery and operational efficiency by reducing administrative burdens and errors.</a:t>
            </a:r>
          </a:p>
          <a:p>
            <a:pPr marL="0" indent="0">
              <a:spcBef>
                <a:spcPts val="2500"/>
              </a:spcBef>
              <a:buFont typeface="Arial" panose="020B0604020202020204" pitchFamily="34" charset="0"/>
              <a:buNone/>
            </a:pPr>
            <a:r>
              <a:rPr lang="en-US" b="1"/>
              <a:t>Business Context</a:t>
            </a:r>
          </a:p>
          <a:p>
            <a:pPr marL="0" lvl="1" indent="0">
              <a:buFont typeface="Arial" panose="020B0604020202020204" pitchFamily="34" charset="0"/>
              <a:buNone/>
            </a:pPr>
            <a:r>
              <a:rPr lang="en-US"/>
              <a:t>Healthcare systems face challenges of fragmentation, scalability, maintenance, and security requiring a centralized solution.</a:t>
            </a:r>
          </a:p>
          <a:p>
            <a:pPr marL="0" indent="0">
              <a:spcBef>
                <a:spcPts val="2500"/>
              </a:spcBef>
              <a:buFont typeface="Arial" panose="020B0604020202020204" pitchFamily="34" charset="0"/>
              <a:buNone/>
            </a:pPr>
            <a:r>
              <a:rPr lang="en-US" b="1"/>
              <a:t>Core Platform Purpose</a:t>
            </a:r>
          </a:p>
          <a:p>
            <a:pPr marL="0" lvl="1" indent="0">
              <a:buFont typeface="Arial" panose="020B0604020202020204" pitchFamily="34" charset="0"/>
              <a:buNone/>
            </a:pPr>
            <a:r>
              <a:rPr lang="en-US"/>
              <a:t>Provides a secure, compliant application for managing patient data and appointments with a modern user experience.</a:t>
            </a:r>
          </a:p>
          <a:p>
            <a:pPr marL="0" indent="0">
              <a:spcBef>
                <a:spcPts val="2500"/>
              </a:spcBef>
              <a:buFont typeface="Arial" panose="020B0604020202020204" pitchFamily="34" charset="0"/>
              <a:buNone/>
            </a:pPr>
            <a:r>
              <a:rPr lang="en-US" b="1"/>
              <a:t>Future-Ready Architecture</a:t>
            </a:r>
          </a:p>
          <a:p>
            <a:pPr marL="0" lvl="1" indent="0">
              <a:buFont typeface="Arial" panose="020B0604020202020204" pitchFamily="34" charset="0"/>
              <a:buNone/>
            </a:pPr>
            <a:r>
              <a:rPr lang="en-US"/>
              <a:t>The platform is designed for cloud deployment and scalability, supporting future technological advancements.</a:t>
            </a:r>
          </a:p>
        </p:txBody>
      </p:sp>
    </p:spTree>
    <p:extLst>
      <p:ext uri="{BB962C8B-B14F-4D97-AF65-F5344CB8AC3E}">
        <p14:creationId xmlns:p14="http://schemas.microsoft.com/office/powerpoint/2010/main" val="97828455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_A05_EA8BD08C.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FC2C4B-2AE5-E3DC-2950-B3C030587A2E}"/>
              </a:ext>
            </a:extLst>
          </p:cNvPr>
          <p:cNvSpPr>
            <a:spLocks noGrp="1"/>
          </p:cNvSpPr>
          <p:nvPr>
            <p:ph type="title"/>
          </p:nvPr>
        </p:nvSpPr>
        <p:spPr>
          <a:xfrm>
            <a:off x="612648" y="502920"/>
            <a:ext cx="4669536" cy="1453896"/>
          </a:xfrm>
        </p:spPr>
        <p:txBody>
          <a:bodyPr anchor="t">
            <a:normAutofit/>
          </a:bodyPr>
          <a:lstStyle/>
          <a:p>
            <a:r>
              <a:rPr lang="en-US"/>
              <a:t>System Architecture</a:t>
            </a:r>
          </a:p>
        </p:txBody>
      </p:sp>
      <p:pic>
        <p:nvPicPr>
          <p:cNvPr id="5" name="Content Placeholder 4" descr="Shiny pyramid greenhouse sustainable growth and finance concept">
            <a:extLst>
              <a:ext uri="{FF2B5EF4-FFF2-40B4-BE49-F238E27FC236}">
                <a16:creationId xmlns:a16="http://schemas.microsoft.com/office/drawing/2014/main" id="{2E369E53-8BAB-4E9C-B5AE-0A4825D76FCA}"/>
              </a:ext>
            </a:extLst>
          </p:cNvPr>
          <p:cNvPicPr>
            <a:picLocks noGrp="1" noChangeAspect="1"/>
          </p:cNvPicPr>
          <p:nvPr>
            <p:ph type="pic" sz="quarter" idx="15"/>
          </p:nvPr>
        </p:nvPicPr>
        <p:blipFill>
          <a:blip r:embed="rId3"/>
          <a:srcRect l="22553" r="-2" b="-2"/>
          <a:stretch>
            <a:fillRect/>
          </a:stretch>
        </p:blipFill>
        <p:spPr>
          <a:xfrm>
            <a:off x="612648" y="2293938"/>
            <a:ext cx="4669536" cy="4024566"/>
          </a:xfrm>
        </p:spPr>
      </p:pic>
      <p:sp>
        <p:nvSpPr>
          <p:cNvPr id="4" name="Content Placeholder 3">
            <a:extLst>
              <a:ext uri="{FF2B5EF4-FFF2-40B4-BE49-F238E27FC236}">
                <a16:creationId xmlns:a16="http://schemas.microsoft.com/office/drawing/2014/main" id="{D7229F0B-130B-441E-0F45-5F64C84B7E53}"/>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0" y="502919"/>
            <a:ext cx="5471160" cy="5815585"/>
          </a:xfrm>
        </p:spPr>
        <p:txBody>
          <a:bodyPr>
            <a:normAutofit/>
          </a:bodyPr>
          <a:lstStyle/>
          <a:p>
            <a:pPr marL="0" indent="0">
              <a:spcBef>
                <a:spcPts val="2500"/>
              </a:spcBef>
              <a:buFont typeface="Arial" panose="020B0604020202020204" pitchFamily="34" charset="0"/>
              <a:buNone/>
            </a:pPr>
            <a:r>
              <a:rPr lang="en-US" b="1"/>
              <a:t>Clean Architecture Principles</a:t>
            </a:r>
          </a:p>
          <a:p>
            <a:pPr marL="0" lvl="1" indent="0">
              <a:buFont typeface="Arial" panose="020B0604020202020204" pitchFamily="34" charset="0"/>
              <a:buNone/>
            </a:pPr>
            <a:r>
              <a:rPr lang="en-US"/>
              <a:t>Clean Architecture ensures separation of concerns, keeping business logic independent from UI and databases.</a:t>
            </a:r>
          </a:p>
          <a:p>
            <a:pPr marL="0" indent="0">
              <a:spcBef>
                <a:spcPts val="2500"/>
              </a:spcBef>
              <a:buFont typeface="Arial" panose="020B0604020202020204" pitchFamily="34" charset="0"/>
              <a:buNone/>
            </a:pPr>
            <a:r>
              <a:rPr lang="en-US" b="1"/>
              <a:t>Domain Layer</a:t>
            </a:r>
          </a:p>
          <a:p>
            <a:pPr marL="0" lvl="1" indent="0">
              <a:buFont typeface="Arial" panose="020B0604020202020204" pitchFamily="34" charset="0"/>
              <a:buNone/>
            </a:pPr>
            <a:r>
              <a:rPr lang="en-US"/>
              <a:t>The Domain layer contains core business entities like Patient and Appointment critical to healthcare systems.</a:t>
            </a:r>
          </a:p>
          <a:p>
            <a:pPr marL="0" indent="0">
              <a:spcBef>
                <a:spcPts val="2500"/>
              </a:spcBef>
              <a:buFont typeface="Arial" panose="020B0604020202020204" pitchFamily="34" charset="0"/>
              <a:buNone/>
            </a:pPr>
            <a:r>
              <a:rPr lang="en-US" b="1"/>
              <a:t>Application and Infrastructure Layers</a:t>
            </a:r>
          </a:p>
          <a:p>
            <a:pPr marL="0" lvl="1" indent="0">
              <a:buFont typeface="Arial" panose="020B0604020202020204" pitchFamily="34" charset="0"/>
              <a:buNone/>
            </a:pPr>
            <a:r>
              <a:rPr lang="en-US"/>
              <a:t>Application layer manages business logic and use cases; Infrastructure handles database access and external integrations.</a:t>
            </a:r>
          </a:p>
          <a:p>
            <a:pPr marL="0" indent="0">
              <a:spcBef>
                <a:spcPts val="2500"/>
              </a:spcBef>
              <a:buFont typeface="Arial" panose="020B0604020202020204" pitchFamily="34" charset="0"/>
              <a:buNone/>
            </a:pPr>
            <a:r>
              <a:rPr lang="en-US" b="1"/>
              <a:t>Presentation Layer</a:t>
            </a:r>
          </a:p>
          <a:p>
            <a:pPr marL="0" lvl="1" indent="0">
              <a:buFont typeface="Arial" panose="020B0604020202020204" pitchFamily="34" charset="0"/>
              <a:buNone/>
            </a:pPr>
            <a:r>
              <a:rPr lang="en-US"/>
              <a:t>Presentation layer includes ASP.NET Core Razor Pages UI and a Web API for external access.</a:t>
            </a:r>
          </a:p>
        </p:txBody>
      </p:sp>
    </p:spTree>
    <p:extLst>
      <p:ext uri="{BB962C8B-B14F-4D97-AF65-F5344CB8AC3E}">
        <p14:creationId xmlns:p14="http://schemas.microsoft.com/office/powerpoint/2010/main" val="393503143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_A06_3F47D5DE.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EE69CD-FC77-9D7E-72D8-D2573F588E90}"/>
              </a:ext>
            </a:extLst>
          </p:cNvPr>
          <p:cNvSpPr>
            <a:spLocks noGrp="1"/>
          </p:cNvSpPr>
          <p:nvPr>
            <p:ph type="title"/>
          </p:nvPr>
        </p:nvSpPr>
        <p:spPr>
          <a:xfrm>
            <a:off x="612648" y="502920"/>
            <a:ext cx="4669536" cy="1453896"/>
          </a:xfrm>
        </p:spPr>
        <p:txBody>
          <a:bodyPr anchor="t">
            <a:normAutofit/>
          </a:bodyPr>
          <a:lstStyle/>
          <a:p>
            <a:r>
              <a:rPr lang="en-US"/>
              <a:t>Technology Stack</a:t>
            </a:r>
          </a:p>
        </p:txBody>
      </p:sp>
      <p:pic>
        <p:nvPicPr>
          <p:cNvPr id="5" name="Content Placeholder 4" descr="Continent - Geographic Area, 4K Resolution, Abstract, Animation - Moving Image, Binary Code">
            <a:extLst>
              <a:ext uri="{FF2B5EF4-FFF2-40B4-BE49-F238E27FC236}">
                <a16:creationId xmlns:a16="http://schemas.microsoft.com/office/drawing/2014/main" id="{3D2284B5-34C9-45A7-BC80-8FA31555F2AB}"/>
              </a:ext>
            </a:extLst>
          </p:cNvPr>
          <p:cNvPicPr>
            <a:picLocks noGrp="1" noChangeAspect="1"/>
          </p:cNvPicPr>
          <p:nvPr>
            <p:ph type="pic" sz="quarter" idx="15"/>
          </p:nvPr>
        </p:nvPicPr>
        <p:blipFill>
          <a:blip r:embed="rId3"/>
          <a:srcRect l="7682" r="27054"/>
          <a:stretch>
            <a:fillRect/>
          </a:stretch>
        </p:blipFill>
        <p:spPr>
          <a:xfrm>
            <a:off x="612648" y="2293938"/>
            <a:ext cx="4669536" cy="4024566"/>
          </a:xfrm>
        </p:spPr>
      </p:pic>
      <p:sp>
        <p:nvSpPr>
          <p:cNvPr id="4" name="Content Placeholder 3">
            <a:extLst>
              <a:ext uri="{FF2B5EF4-FFF2-40B4-BE49-F238E27FC236}">
                <a16:creationId xmlns:a16="http://schemas.microsoft.com/office/drawing/2014/main" id="{1A008177-5486-F249-E2F9-BFABE7842999}"/>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0" y="502919"/>
            <a:ext cx="5471160" cy="5815585"/>
          </a:xfrm>
        </p:spPr>
        <p:txBody>
          <a:bodyPr>
            <a:normAutofit/>
          </a:bodyPr>
          <a:lstStyle/>
          <a:p>
            <a:pPr marL="0" indent="0">
              <a:spcBef>
                <a:spcPts val="2500"/>
              </a:spcBef>
              <a:buFont typeface="Arial" panose="020B0604020202020204" pitchFamily="34" charset="0"/>
              <a:buNone/>
            </a:pPr>
            <a:r>
              <a:rPr lang="en-US" b="1"/>
              <a:t>Backend Development</a:t>
            </a:r>
          </a:p>
          <a:p>
            <a:pPr marL="0" lvl="1" indent="0">
              <a:buFont typeface="Arial" panose="020B0604020202020204" pitchFamily="34" charset="0"/>
              <a:buNone/>
            </a:pPr>
            <a:r>
              <a:rPr lang="en-US"/>
              <a:t>Uses .NET 8, C#, and ASP.NET Core for a high-performance, secure, and cross-platform backend foundation.</a:t>
            </a:r>
          </a:p>
          <a:p>
            <a:pPr marL="0" indent="0">
              <a:spcBef>
                <a:spcPts val="2500"/>
              </a:spcBef>
              <a:buFont typeface="Arial" panose="020B0604020202020204" pitchFamily="34" charset="0"/>
              <a:buNone/>
            </a:pPr>
            <a:r>
              <a:rPr lang="en-US" b="1"/>
              <a:t>User Interface Technologies</a:t>
            </a:r>
          </a:p>
          <a:p>
            <a:pPr marL="0" lvl="1" indent="0">
              <a:buFont typeface="Arial" panose="020B0604020202020204" pitchFamily="34" charset="0"/>
              <a:buNone/>
            </a:pPr>
            <a:r>
              <a:rPr lang="en-US"/>
              <a:t>Built with Razor Pages, HTML5, CSS, JavaScript and AJAX for a responsive and interactive user experience.</a:t>
            </a:r>
          </a:p>
          <a:p>
            <a:pPr marL="0" indent="0">
              <a:spcBef>
                <a:spcPts val="2500"/>
              </a:spcBef>
              <a:buFont typeface="Arial" panose="020B0604020202020204" pitchFamily="34" charset="0"/>
              <a:buNone/>
            </a:pPr>
            <a:r>
              <a:rPr lang="en-US" b="1"/>
              <a:t>Data Access and Storage</a:t>
            </a:r>
          </a:p>
          <a:p>
            <a:pPr marL="0" lvl="1" indent="0">
              <a:buFont typeface="Arial" panose="020B0604020202020204" pitchFamily="34" charset="0"/>
              <a:buNone/>
            </a:pPr>
            <a:r>
              <a:rPr lang="en-US"/>
              <a:t>Entity Framework Core and Repository Pattern manage database operations with Microsoft SQL Server ensuring reliable data storage.</a:t>
            </a:r>
          </a:p>
          <a:p>
            <a:pPr marL="0" indent="0">
              <a:spcBef>
                <a:spcPts val="2500"/>
              </a:spcBef>
              <a:buFont typeface="Arial" panose="020B0604020202020204" pitchFamily="34" charset="0"/>
              <a:buNone/>
            </a:pPr>
            <a:r>
              <a:rPr lang="en-US" b="1"/>
              <a:t>API and Security</a:t>
            </a:r>
          </a:p>
          <a:p>
            <a:pPr marL="0" lvl="1" indent="0">
              <a:buFont typeface="Arial" panose="020B0604020202020204" pitchFamily="34" charset="0"/>
              <a:buNone/>
            </a:pPr>
            <a:r>
              <a:rPr lang="en-US"/>
              <a:t>RESTful Web API enables integration, secured by JWT authentication to protect sensitive healthcare data.</a:t>
            </a:r>
          </a:p>
        </p:txBody>
      </p:sp>
    </p:spTree>
    <p:extLst>
      <p:ext uri="{BB962C8B-B14F-4D97-AF65-F5344CB8AC3E}">
        <p14:creationId xmlns:p14="http://schemas.microsoft.com/office/powerpoint/2010/main" val="106167241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_A07_F6BE62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8C7BAD-986D-727B-2D49-CA060BCFFF6A}"/>
              </a:ext>
            </a:extLst>
          </p:cNvPr>
          <p:cNvSpPr>
            <a:spLocks noGrp="1"/>
          </p:cNvSpPr>
          <p:nvPr>
            <p:ph type="title"/>
          </p:nvPr>
        </p:nvSpPr>
        <p:spPr>
          <a:xfrm>
            <a:off x="612648" y="502920"/>
            <a:ext cx="4669536" cy="1453896"/>
          </a:xfrm>
        </p:spPr>
        <p:txBody>
          <a:bodyPr anchor="t">
            <a:normAutofit/>
          </a:bodyPr>
          <a:lstStyle/>
          <a:p>
            <a:r>
              <a:rPr lang="en-US"/>
              <a:t>Core Features</a:t>
            </a:r>
          </a:p>
        </p:txBody>
      </p:sp>
      <p:pic>
        <p:nvPicPr>
          <p:cNvPr id="5" name="Content Placeholder 4" descr="Business Loan Application Form Concept">
            <a:extLst>
              <a:ext uri="{FF2B5EF4-FFF2-40B4-BE49-F238E27FC236}">
                <a16:creationId xmlns:a16="http://schemas.microsoft.com/office/drawing/2014/main" id="{E5B18687-668D-4C1C-A0C9-6CCD16900426}"/>
              </a:ext>
            </a:extLst>
          </p:cNvPr>
          <p:cNvPicPr>
            <a:picLocks noGrp="1" noChangeAspect="1"/>
          </p:cNvPicPr>
          <p:nvPr>
            <p:ph type="pic" sz="quarter" idx="15"/>
          </p:nvPr>
        </p:nvPicPr>
        <p:blipFill>
          <a:blip r:embed="rId3"/>
          <a:srcRect l="12417" r="10134" b="-2"/>
          <a:stretch>
            <a:fillRect/>
          </a:stretch>
        </p:blipFill>
        <p:spPr>
          <a:xfrm>
            <a:off x="612648" y="2293938"/>
            <a:ext cx="4669536" cy="4024566"/>
          </a:xfrm>
        </p:spPr>
      </p:pic>
      <p:sp>
        <p:nvSpPr>
          <p:cNvPr id="4" name="Content Placeholder 3">
            <a:extLst>
              <a:ext uri="{FF2B5EF4-FFF2-40B4-BE49-F238E27FC236}">
                <a16:creationId xmlns:a16="http://schemas.microsoft.com/office/drawing/2014/main" id="{77B241D7-0423-3D63-885B-7021BC83D557}"/>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0" y="502919"/>
            <a:ext cx="5471160" cy="5815585"/>
          </a:xfrm>
        </p:spPr>
        <p:txBody>
          <a:bodyPr>
            <a:normAutofit/>
          </a:bodyPr>
          <a:lstStyle/>
          <a:p>
            <a:pPr marL="0" indent="0">
              <a:spcBef>
                <a:spcPts val="2500"/>
              </a:spcBef>
              <a:buFont typeface="Arial" panose="020B0604020202020204" pitchFamily="34" charset="0"/>
              <a:buNone/>
            </a:pPr>
            <a:r>
              <a:rPr lang="en-US" b="1"/>
              <a:t>Patient Management</a:t>
            </a:r>
          </a:p>
          <a:p>
            <a:pPr marL="0" lvl="1" indent="0">
              <a:buFont typeface="Arial" panose="020B0604020202020204" pitchFamily="34" charset="0"/>
              <a:buNone/>
            </a:pPr>
            <a:r>
              <a:rPr lang="en-US"/>
              <a:t>Provides secure CRUD operations to manage patient records efficiently and accurately.</a:t>
            </a:r>
          </a:p>
          <a:p>
            <a:pPr marL="0" indent="0">
              <a:spcBef>
                <a:spcPts val="2500"/>
              </a:spcBef>
              <a:buFont typeface="Arial" panose="020B0604020202020204" pitchFamily="34" charset="0"/>
              <a:buNone/>
            </a:pPr>
            <a:r>
              <a:rPr lang="en-US" b="1"/>
              <a:t>Appointment Scheduling</a:t>
            </a:r>
          </a:p>
          <a:p>
            <a:pPr marL="0" lvl="1" indent="0">
              <a:buFont typeface="Arial" panose="020B0604020202020204" pitchFamily="34" charset="0"/>
              <a:buNone/>
            </a:pPr>
            <a:r>
              <a:rPr lang="en-US"/>
              <a:t>Enables scheduling, viewing, updating, and canceling appointments to optimize patient flow.</a:t>
            </a:r>
          </a:p>
          <a:p>
            <a:pPr marL="0" indent="0">
              <a:spcBef>
                <a:spcPts val="2500"/>
              </a:spcBef>
              <a:buFont typeface="Arial" panose="020B0604020202020204" pitchFamily="34" charset="0"/>
              <a:buNone/>
            </a:pPr>
            <a:r>
              <a:rPr lang="en-US" b="1"/>
              <a:t>Data Validation</a:t>
            </a:r>
          </a:p>
          <a:p>
            <a:pPr marL="0" lvl="1" indent="0">
              <a:buFont typeface="Arial" panose="020B0604020202020204" pitchFamily="34" charset="0"/>
              <a:buNone/>
            </a:pPr>
            <a:r>
              <a:rPr lang="en-US"/>
              <a:t>Implements server and client-side validation to ensure data accuracy and compliance.</a:t>
            </a:r>
          </a:p>
          <a:p>
            <a:pPr marL="0" indent="0">
              <a:spcBef>
                <a:spcPts val="2500"/>
              </a:spcBef>
              <a:buFont typeface="Arial" panose="020B0604020202020204" pitchFamily="34" charset="0"/>
              <a:buNone/>
            </a:pPr>
            <a:r>
              <a:rPr lang="en-US" b="1"/>
              <a:t>User-Friendly Interface</a:t>
            </a:r>
          </a:p>
          <a:p>
            <a:pPr marL="0" lvl="1" indent="0">
              <a:buFont typeface="Arial" panose="020B0604020202020204" pitchFamily="34" charset="0"/>
              <a:buNone/>
            </a:pPr>
            <a:r>
              <a:rPr lang="en-US"/>
              <a:t>Features an intuitive design using Razor Pages to minimize training and speed adoption.</a:t>
            </a:r>
          </a:p>
        </p:txBody>
      </p:sp>
    </p:spTree>
    <p:extLst>
      <p:ext uri="{BB962C8B-B14F-4D97-AF65-F5344CB8AC3E}">
        <p14:creationId xmlns:p14="http://schemas.microsoft.com/office/powerpoint/2010/main" val="413967213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_A08_29E999BF.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D48B58-FC62-23FB-519C-539D38E0C885}"/>
              </a:ext>
            </a:extLst>
          </p:cNvPr>
          <p:cNvSpPr>
            <a:spLocks noGrp="1"/>
          </p:cNvSpPr>
          <p:nvPr>
            <p:ph type="title"/>
          </p:nvPr>
        </p:nvSpPr>
        <p:spPr>
          <a:xfrm>
            <a:off x="612648" y="502920"/>
            <a:ext cx="4669536" cy="1453896"/>
          </a:xfrm>
        </p:spPr>
        <p:txBody>
          <a:bodyPr anchor="t">
            <a:normAutofit/>
          </a:bodyPr>
          <a:lstStyle/>
          <a:p>
            <a:r>
              <a:rPr lang="en-US"/>
              <a:t>Web API &amp; Security</a:t>
            </a:r>
          </a:p>
        </p:txBody>
      </p:sp>
      <p:pic>
        <p:nvPicPr>
          <p:cNvPr id="5" name="Content Placeholder 4" descr="Network security cyber data protection encryption safety">
            <a:extLst>
              <a:ext uri="{FF2B5EF4-FFF2-40B4-BE49-F238E27FC236}">
                <a16:creationId xmlns:a16="http://schemas.microsoft.com/office/drawing/2014/main" id="{35F066E3-900B-4272-A66E-13C96C5E0497}"/>
              </a:ext>
            </a:extLst>
          </p:cNvPr>
          <p:cNvPicPr>
            <a:picLocks noGrp="1" noChangeAspect="1"/>
          </p:cNvPicPr>
          <p:nvPr>
            <p:ph type="pic" sz="quarter" idx="15"/>
          </p:nvPr>
        </p:nvPicPr>
        <p:blipFill>
          <a:blip r:embed="rId3"/>
          <a:srcRect r="12979" b="-2"/>
          <a:stretch>
            <a:fillRect/>
          </a:stretch>
        </p:blipFill>
        <p:spPr>
          <a:xfrm>
            <a:off x="612648" y="2293938"/>
            <a:ext cx="4669536" cy="4024566"/>
          </a:xfrm>
        </p:spPr>
      </p:pic>
      <p:sp>
        <p:nvSpPr>
          <p:cNvPr id="4" name="Content Placeholder 3">
            <a:extLst>
              <a:ext uri="{FF2B5EF4-FFF2-40B4-BE49-F238E27FC236}">
                <a16:creationId xmlns:a16="http://schemas.microsoft.com/office/drawing/2014/main" id="{3C2FD219-1531-7E53-D59C-E83ACA6F7ADA}"/>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0" y="502919"/>
            <a:ext cx="5471160" cy="5815585"/>
          </a:xfrm>
        </p:spPr>
        <p:txBody>
          <a:bodyPr>
            <a:normAutofit/>
          </a:bodyPr>
          <a:lstStyle/>
          <a:p>
            <a:pPr marL="0" indent="0">
              <a:spcBef>
                <a:spcPts val="2500"/>
              </a:spcBef>
              <a:buFont typeface="Arial" panose="020B0604020202020204" pitchFamily="34" charset="0"/>
              <a:buNone/>
            </a:pPr>
            <a:r>
              <a:rPr lang="en-US" b="1"/>
              <a:t>Secure RESTful API Endpoints</a:t>
            </a:r>
          </a:p>
          <a:p>
            <a:pPr marL="0" lvl="1" indent="0">
              <a:buFont typeface="Arial" panose="020B0604020202020204" pitchFamily="34" charset="0"/>
              <a:buNone/>
            </a:pPr>
            <a:r>
              <a:rPr lang="en-US"/>
              <a:t>The platform offers secure RESTful API endpoints accessible by mobile apps and third-party systems for seamless integration.</a:t>
            </a:r>
          </a:p>
          <a:p>
            <a:pPr marL="0" indent="0">
              <a:spcBef>
                <a:spcPts val="2500"/>
              </a:spcBef>
              <a:buFont typeface="Arial" panose="020B0604020202020204" pitchFamily="34" charset="0"/>
              <a:buNone/>
            </a:pPr>
            <a:r>
              <a:rPr lang="en-US" b="1"/>
              <a:t>JWT Authentication</a:t>
            </a:r>
          </a:p>
          <a:p>
            <a:pPr marL="0" lvl="1" indent="0">
              <a:buFont typeface="Arial" panose="020B0604020202020204" pitchFamily="34" charset="0"/>
              <a:buNone/>
            </a:pPr>
            <a:r>
              <a:rPr lang="en-US"/>
              <a:t>Authentication uses JWT tokens to verify users, providing a stateless and scalable security solution for distributed systems.</a:t>
            </a:r>
          </a:p>
          <a:p>
            <a:pPr marL="0" indent="0">
              <a:spcBef>
                <a:spcPts val="2500"/>
              </a:spcBef>
              <a:buFont typeface="Arial" panose="020B0604020202020204" pitchFamily="34" charset="0"/>
              <a:buNone/>
            </a:pPr>
            <a:r>
              <a:rPr lang="en-US" b="1"/>
              <a:t>Role-Based Authorization</a:t>
            </a:r>
          </a:p>
          <a:p>
            <a:pPr marL="0" lvl="1" indent="0">
              <a:buFont typeface="Arial" panose="020B0604020202020204" pitchFamily="34" charset="0"/>
              <a:buNone/>
            </a:pPr>
            <a:r>
              <a:rPr lang="en-US"/>
              <a:t>Role-based authorization allows different access levels, ensuring users perform only permitted actions based on roles.</a:t>
            </a:r>
          </a:p>
          <a:p>
            <a:pPr marL="0" indent="0">
              <a:spcBef>
                <a:spcPts val="2500"/>
              </a:spcBef>
              <a:buFont typeface="Arial" panose="020B0604020202020204" pitchFamily="34" charset="0"/>
              <a:buNone/>
            </a:pPr>
            <a:r>
              <a:rPr lang="en-US" b="1"/>
              <a:t>Secure Coding Practices</a:t>
            </a:r>
          </a:p>
          <a:p>
            <a:pPr marL="0" lvl="1" indent="0">
              <a:buFont typeface="Arial" panose="020B0604020202020204" pitchFamily="34" charset="0"/>
              <a:buNone/>
            </a:pPr>
            <a:r>
              <a:rPr lang="en-US"/>
              <a:t>Secure coding protects against common vulnerabilities like unauthorized access, data leaks, and injection attacks.</a:t>
            </a:r>
          </a:p>
        </p:txBody>
      </p:sp>
    </p:spTree>
    <p:extLst>
      <p:ext uri="{BB962C8B-B14F-4D97-AF65-F5344CB8AC3E}">
        <p14:creationId xmlns:p14="http://schemas.microsoft.com/office/powerpoint/2010/main" val="70317510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_A09_C90A9A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20E038-16E2-D702-9B66-62E6C0A9A12E}"/>
              </a:ext>
            </a:extLst>
          </p:cNvPr>
          <p:cNvSpPr>
            <a:spLocks noGrp="1"/>
          </p:cNvSpPr>
          <p:nvPr>
            <p:ph type="title"/>
          </p:nvPr>
        </p:nvSpPr>
        <p:spPr>
          <a:xfrm>
            <a:off x="612648" y="502920"/>
            <a:ext cx="4669536" cy="1453896"/>
          </a:xfrm>
        </p:spPr>
        <p:txBody>
          <a:bodyPr anchor="t">
            <a:normAutofit/>
          </a:bodyPr>
          <a:lstStyle/>
          <a:p>
            <a:r>
              <a:rPr lang="en-US"/>
              <a:t>Database Design</a:t>
            </a:r>
          </a:p>
        </p:txBody>
      </p:sp>
      <p:pic>
        <p:nvPicPr>
          <p:cNvPr id="5" name="Content Placeholder 4" descr="digital technology concept">
            <a:extLst>
              <a:ext uri="{FF2B5EF4-FFF2-40B4-BE49-F238E27FC236}">
                <a16:creationId xmlns:a16="http://schemas.microsoft.com/office/drawing/2014/main" id="{9655E83D-84A1-4285-A91C-CC65B2DDF8F1}"/>
              </a:ext>
            </a:extLst>
          </p:cNvPr>
          <p:cNvPicPr>
            <a:picLocks noGrp="1" noChangeAspect="1"/>
          </p:cNvPicPr>
          <p:nvPr>
            <p:ph type="pic" sz="quarter" idx="15"/>
          </p:nvPr>
        </p:nvPicPr>
        <p:blipFill>
          <a:blip r:embed="rId3"/>
          <a:srcRect l="1384" r="33351"/>
          <a:stretch>
            <a:fillRect/>
          </a:stretch>
        </p:blipFill>
        <p:spPr>
          <a:xfrm>
            <a:off x="612648" y="2293938"/>
            <a:ext cx="4669536" cy="4024566"/>
          </a:xfrm>
        </p:spPr>
      </p:pic>
      <p:sp>
        <p:nvSpPr>
          <p:cNvPr id="4" name="Content Placeholder 3">
            <a:extLst>
              <a:ext uri="{FF2B5EF4-FFF2-40B4-BE49-F238E27FC236}">
                <a16:creationId xmlns:a16="http://schemas.microsoft.com/office/drawing/2014/main" id="{1A07CEB7-9CF5-5B1B-F790-09F0E2B85F05}"/>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0" y="502919"/>
            <a:ext cx="5471160" cy="5815585"/>
          </a:xfrm>
        </p:spPr>
        <p:txBody>
          <a:bodyPr>
            <a:normAutofit/>
          </a:bodyPr>
          <a:lstStyle/>
          <a:p>
            <a:pPr marL="0" indent="0">
              <a:spcBef>
                <a:spcPts val="2500"/>
              </a:spcBef>
              <a:buFont typeface="Arial" panose="020B0604020202020204" pitchFamily="34" charset="0"/>
              <a:buNone/>
            </a:pPr>
            <a:r>
              <a:rPr lang="en-US" b="1"/>
              <a:t>Normalized Database Schema</a:t>
            </a:r>
          </a:p>
          <a:p>
            <a:pPr marL="0" lvl="1" indent="0">
              <a:buFont typeface="Arial" panose="020B0604020202020204" pitchFamily="34" charset="0"/>
              <a:buNone/>
            </a:pPr>
            <a:r>
              <a:rPr lang="en-US"/>
              <a:t>The schema is normalized to reduce redundancy and ensure data consistency within the platform.</a:t>
            </a:r>
          </a:p>
          <a:p>
            <a:pPr marL="0" indent="0">
              <a:spcBef>
                <a:spcPts val="2500"/>
              </a:spcBef>
              <a:buFont typeface="Arial" panose="020B0604020202020204" pitchFamily="34" charset="0"/>
              <a:buNone/>
            </a:pPr>
            <a:r>
              <a:rPr lang="en-US" b="1"/>
              <a:t>Key Data Entities</a:t>
            </a:r>
          </a:p>
          <a:p>
            <a:pPr marL="0" lvl="1" indent="0">
              <a:buFont typeface="Arial" panose="020B0604020202020204" pitchFamily="34" charset="0"/>
              <a:buNone/>
            </a:pPr>
            <a:r>
              <a:rPr lang="en-US"/>
              <a:t>Patients and Appointments are core entities forming the backbone of the application's data model.</a:t>
            </a:r>
          </a:p>
          <a:p>
            <a:pPr marL="0" indent="0">
              <a:spcBef>
                <a:spcPts val="2500"/>
              </a:spcBef>
              <a:buFont typeface="Arial" panose="020B0604020202020204" pitchFamily="34" charset="0"/>
              <a:buNone/>
            </a:pPr>
            <a:r>
              <a:rPr lang="en-US" b="1"/>
              <a:t>Repository Pattern with EF Core</a:t>
            </a:r>
          </a:p>
          <a:p>
            <a:pPr marL="0" lvl="1" indent="0">
              <a:buFont typeface="Arial" panose="020B0604020202020204" pitchFamily="34" charset="0"/>
              <a:buNone/>
            </a:pPr>
            <a:r>
              <a:rPr lang="en-US"/>
              <a:t>Repository Pattern abstracts data access logic, promoting separation of concerns and easier testing.</a:t>
            </a:r>
          </a:p>
          <a:p>
            <a:pPr marL="0" indent="0">
              <a:spcBef>
                <a:spcPts val="2500"/>
              </a:spcBef>
              <a:buFont typeface="Arial" panose="020B0604020202020204" pitchFamily="34" charset="0"/>
              <a:buNone/>
            </a:pPr>
            <a:r>
              <a:rPr lang="en-US" b="1"/>
              <a:t>Database Migration Management</a:t>
            </a:r>
          </a:p>
          <a:p>
            <a:pPr marL="0" lvl="1" indent="0">
              <a:buFont typeface="Arial" panose="020B0604020202020204" pitchFamily="34" charset="0"/>
              <a:buNone/>
            </a:pPr>
            <a:r>
              <a:rPr lang="en-US"/>
              <a:t>EF Core Migrations manage schema changes, enabling safe and controlled updates across environments.</a:t>
            </a:r>
          </a:p>
        </p:txBody>
      </p:sp>
    </p:spTree>
    <p:extLst>
      <p:ext uri="{BB962C8B-B14F-4D97-AF65-F5344CB8AC3E}">
        <p14:creationId xmlns:p14="http://schemas.microsoft.com/office/powerpoint/2010/main" val="21080720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_0_B17288EE.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_80000000_163CE6E3.xml><?xml version="1.0" encoding="utf-8"?>
<a:theme xmlns:a="http://schemas.openxmlformats.org/drawingml/2006/main" name="Chroma">
  <a:themeElements>
    <a:clrScheme name="Chroma">
      <a:dk1>
        <a:srgbClr val="131313"/>
      </a:dk1>
      <a:lt1>
        <a:sysClr val="window" lastClr="FFFFFF"/>
      </a:lt1>
      <a:dk2>
        <a:srgbClr val="0C233A"/>
      </a:dk2>
      <a:lt2>
        <a:srgbClr val="F5FAFD"/>
      </a:lt2>
      <a:accent1>
        <a:srgbClr val="4485DC"/>
      </a:accent1>
      <a:accent2>
        <a:srgbClr val="25AAD5"/>
      </a:accent2>
      <a:accent3>
        <a:srgbClr val="5BBEAC"/>
      </a:accent3>
      <a:accent4>
        <a:srgbClr val="6666E2"/>
      </a:accent4>
      <a:accent5>
        <a:srgbClr val="66C26C"/>
      </a:accent5>
      <a:accent6>
        <a:srgbClr val="10CF9B"/>
      </a:accent6>
      <a:hlink>
        <a:srgbClr val="4485DC"/>
      </a:hlink>
      <a:folHlink>
        <a:srgbClr val="25AAD5"/>
      </a:folHlink>
    </a:clrScheme>
    <a:fontScheme name="Custom 2">
      <a:majorFont>
        <a:latin typeface="Aptos Light"/>
        <a:ea typeface=""/>
        <a:cs typeface=""/>
      </a:majorFont>
      <a:minorFont>
        <a:latin typeface="Aptos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hroma" id="{DC2B181E-9B25-4FFB-A269-A81149E37B96}" vid="{FD28A279-D9A1-4F6C-9122-D382EE67827A}"/>
    </a:ext>
  </a:extLst>
</a:theme>
</file>

<file path=docProps/core.xml><?xml version="1.0" encoding="utf-8"?>
<cp:coreProperties xmlns:cp="http://schemas.openxmlformats.org/package/2006/metadata/core-properties" xmlns:dc="http://purl.org/dc/elements/1.1/" xmlns:dcterms="http://purl.org/dc/terms/" xmlns:xsi="http://www.w3.org/2001/XMLSchema-instance">
  <dc:creator>rajpurohith.12115354@lpu.in</dc:creator>
  <cp:lastModifiedBy>rajpurohith.12115354@lpu.in</cp:lastModifiedBy>
</cp:coreProperties>
</file>